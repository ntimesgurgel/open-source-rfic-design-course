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80" r:id="rId4"/>
    <p:sldId id="257" r:id="rId5"/>
    <p:sldId id="281" r:id="rId6"/>
    <p:sldId id="310" r:id="rId7"/>
    <p:sldId id="311" r:id="rId8"/>
    <p:sldId id="298" r:id="rId9"/>
    <p:sldId id="313" r:id="rId10"/>
    <p:sldId id="314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277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2422-0015-4F12-948B-A842CC52B1E9}" v="1001" dt="2025-09-13T16:14:45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Gurgel" userId="25a4c336f2f0df70" providerId="LiveId" clId="{87C1BFCA-7DC9-4E8A-A70F-FB12F2B7065E}"/>
    <pc:docChg chg="undo custSel addSld delSld modSld sldOrd">
      <pc:chgData name="Nathan Gurgel" userId="25a4c336f2f0df70" providerId="LiveId" clId="{87C1BFCA-7DC9-4E8A-A70F-FB12F2B7065E}" dt="2025-08-21T22:24:35.854" v="2767" actId="14100"/>
      <pc:docMkLst>
        <pc:docMk/>
      </pc:docMkLst>
      <pc:sldChg chg="addSp delSp modSp mod">
        <pc:chgData name="Nathan Gurgel" userId="25a4c336f2f0df70" providerId="LiveId" clId="{87C1BFCA-7DC9-4E8A-A70F-FB12F2B7065E}" dt="2025-08-14T15:28:11.323" v="254"/>
        <pc:sldMkLst>
          <pc:docMk/>
          <pc:sldMk cId="4078916280" sldId="257"/>
        </pc:sldMkLst>
        <pc:spChg chg="mod">
          <ac:chgData name="Nathan Gurgel" userId="25a4c336f2f0df70" providerId="LiveId" clId="{87C1BFCA-7DC9-4E8A-A70F-FB12F2B7065E}" dt="2025-08-14T15:12:35.631" v="107" actId="20577"/>
          <ac:spMkLst>
            <pc:docMk/>
            <pc:sldMk cId="4078916280" sldId="257"/>
            <ac:spMk id="2" creationId="{02680B92-200C-A02F-3789-3B047F4892DE}"/>
          </ac:spMkLst>
        </pc:spChg>
        <pc:spChg chg="add mod">
          <ac:chgData name="Nathan Gurgel" userId="25a4c336f2f0df70" providerId="LiveId" clId="{87C1BFCA-7DC9-4E8A-A70F-FB12F2B7065E}" dt="2025-08-14T15:14:03.641" v="135" actId="1076"/>
          <ac:spMkLst>
            <pc:docMk/>
            <pc:sldMk cId="4078916280" sldId="257"/>
            <ac:spMk id="7" creationId="{3BE96935-A3BC-DED3-763B-01726B7E159D}"/>
          </ac:spMkLst>
        </pc:spChg>
        <pc:spChg chg="add mod">
          <ac:chgData name="Nathan Gurgel" userId="25a4c336f2f0df70" providerId="LiveId" clId="{87C1BFCA-7DC9-4E8A-A70F-FB12F2B7065E}" dt="2025-08-14T15:22:17.567" v="165" actId="1076"/>
          <ac:spMkLst>
            <pc:docMk/>
            <pc:sldMk cId="4078916280" sldId="257"/>
            <ac:spMk id="8" creationId="{CEDBBC3F-1160-D70E-D8F3-C759A6F364F1}"/>
          </ac:spMkLst>
        </pc:spChg>
        <pc:spChg chg="add mod">
          <ac:chgData name="Nathan Gurgel" userId="25a4c336f2f0df70" providerId="LiveId" clId="{87C1BFCA-7DC9-4E8A-A70F-FB12F2B7065E}" dt="2025-08-14T15:24:35.313" v="203" actId="1076"/>
          <ac:spMkLst>
            <pc:docMk/>
            <pc:sldMk cId="4078916280" sldId="257"/>
            <ac:spMk id="9" creationId="{FB4BB11A-3C07-0132-3A00-A92132FF2657}"/>
          </ac:spMkLst>
        </pc:spChg>
        <pc:spChg chg="add del mod">
          <ac:chgData name="Nathan Gurgel" userId="25a4c336f2f0df70" providerId="LiveId" clId="{87C1BFCA-7DC9-4E8A-A70F-FB12F2B7065E}" dt="2025-08-14T15:26:45.443" v="233" actId="1076"/>
          <ac:spMkLst>
            <pc:docMk/>
            <pc:sldMk cId="4078916280" sldId="257"/>
            <ac:spMk id="13" creationId="{34F1E3B8-8E35-B81E-8298-5F2E0EDC81BD}"/>
          </ac:spMkLst>
        </pc:spChg>
        <pc:spChg chg="add mod">
          <ac:chgData name="Nathan Gurgel" userId="25a4c336f2f0df70" providerId="LiveId" clId="{87C1BFCA-7DC9-4E8A-A70F-FB12F2B7065E}" dt="2025-08-14T15:27:51.898" v="251"/>
          <ac:spMkLst>
            <pc:docMk/>
            <pc:sldMk cId="4078916280" sldId="257"/>
            <ac:spMk id="19" creationId="{C44E515B-12FB-D4C5-49B2-462DF6FE0392}"/>
          </ac:spMkLst>
        </pc:spChg>
        <pc:picChg chg="add mod">
          <ac:chgData name="Nathan Gurgel" userId="25a4c336f2f0df70" providerId="LiveId" clId="{87C1BFCA-7DC9-4E8A-A70F-FB12F2B7065E}" dt="2025-08-14T15:28:08.140" v="253"/>
          <ac:picMkLst>
            <pc:docMk/>
            <pc:sldMk cId="4078916280" sldId="257"/>
            <ac:picMk id="12" creationId="{ED02A9ED-86C6-54E4-3392-635467549996}"/>
          </ac:picMkLst>
        </pc:picChg>
        <pc:picChg chg="add mod">
          <ac:chgData name="Nathan Gurgel" userId="25a4c336f2f0df70" providerId="LiveId" clId="{87C1BFCA-7DC9-4E8A-A70F-FB12F2B7065E}" dt="2025-08-14T15:27:55.759" v="252"/>
          <ac:picMkLst>
            <pc:docMk/>
            <pc:sldMk cId="4078916280" sldId="257"/>
            <ac:picMk id="17" creationId="{8E5CC4AE-AD0B-D6B7-8200-93A5C972CBD6}"/>
          </ac:picMkLst>
        </pc:picChg>
        <pc:picChg chg="add mod">
          <ac:chgData name="Nathan Gurgel" userId="25a4c336f2f0df70" providerId="LiveId" clId="{87C1BFCA-7DC9-4E8A-A70F-FB12F2B7065E}" dt="2025-08-14T15:25:43.131" v="210" actId="1076"/>
          <ac:picMkLst>
            <pc:docMk/>
            <pc:sldMk cId="4078916280" sldId="257"/>
            <ac:picMk id="1026" creationId="{18B1DC70-E1F1-85F9-A9D5-9D8BB4E6D84C}"/>
          </ac:picMkLst>
        </pc:picChg>
        <pc:picChg chg="add mod">
          <ac:chgData name="Nathan Gurgel" userId="25a4c336f2f0df70" providerId="LiveId" clId="{87C1BFCA-7DC9-4E8A-A70F-FB12F2B7065E}" dt="2025-08-14T15:24:35.313" v="203" actId="1076"/>
          <ac:picMkLst>
            <pc:docMk/>
            <pc:sldMk cId="4078916280" sldId="257"/>
            <ac:picMk id="1028" creationId="{AEA2149F-7559-DFEC-778D-C124C710BCBB}"/>
          </ac:picMkLst>
        </pc:picChg>
        <pc:picChg chg="add mod">
          <ac:chgData name="Nathan Gurgel" userId="25a4c336f2f0df70" providerId="LiveId" clId="{87C1BFCA-7DC9-4E8A-A70F-FB12F2B7065E}" dt="2025-08-14T15:24:35.313" v="203" actId="1076"/>
          <ac:picMkLst>
            <pc:docMk/>
            <pc:sldMk cId="4078916280" sldId="257"/>
            <ac:picMk id="1030" creationId="{38773D12-2D46-A17E-CB2C-7836EF938B4A}"/>
          </ac:picMkLst>
        </pc:picChg>
        <pc:picChg chg="add mod">
          <ac:chgData name="Nathan Gurgel" userId="25a4c336f2f0df70" providerId="LiveId" clId="{87C1BFCA-7DC9-4E8A-A70F-FB12F2B7065E}" dt="2025-08-14T15:28:11.323" v="254"/>
          <ac:picMkLst>
            <pc:docMk/>
            <pc:sldMk cId="4078916280" sldId="257"/>
            <ac:picMk id="1034" creationId="{A101E8D2-85AC-03A1-2D57-62C3B2E0666F}"/>
          </ac:picMkLst>
        </pc:picChg>
        <pc:picChg chg="add mod">
          <ac:chgData name="Nathan Gurgel" userId="25a4c336f2f0df70" providerId="LiveId" clId="{87C1BFCA-7DC9-4E8A-A70F-FB12F2B7065E}" dt="2025-08-14T15:27:42.211" v="250"/>
          <ac:picMkLst>
            <pc:docMk/>
            <pc:sldMk cId="4078916280" sldId="257"/>
            <ac:picMk id="1036" creationId="{0B685839-3E1E-125D-BC3E-C0B14E5BB516}"/>
          </ac:picMkLst>
        </pc:picChg>
        <pc:cxnChg chg="add mod">
          <ac:chgData name="Nathan Gurgel" userId="25a4c336f2f0df70" providerId="LiveId" clId="{87C1BFCA-7DC9-4E8A-A70F-FB12F2B7065E}" dt="2025-08-14T15:26:38.963" v="230" actId="208"/>
          <ac:cxnSpMkLst>
            <pc:docMk/>
            <pc:sldMk cId="4078916280" sldId="257"/>
            <ac:cxnSpMk id="15" creationId="{EFD9DF13-2AC2-DD64-B0BF-45CD9E39A939}"/>
          </ac:cxnSpMkLst>
        </pc:cxnChg>
        <pc:cxnChg chg="add mod">
          <ac:chgData name="Nathan Gurgel" userId="25a4c336f2f0df70" providerId="LiveId" clId="{87C1BFCA-7DC9-4E8A-A70F-FB12F2B7065E}" dt="2025-08-14T15:26:42.968" v="232" actId="1076"/>
          <ac:cxnSpMkLst>
            <pc:docMk/>
            <pc:sldMk cId="4078916280" sldId="257"/>
            <ac:cxnSpMk id="16" creationId="{05013FD8-3045-3CE6-1487-19B9C4C2C7C4}"/>
          </ac:cxnSpMkLst>
        </pc:cxnChg>
      </pc:sldChg>
      <pc:sldChg chg="addSp delSp modSp del mod">
        <pc:chgData name="Nathan Gurgel" userId="25a4c336f2f0df70" providerId="LiveId" clId="{87C1BFCA-7DC9-4E8A-A70F-FB12F2B7065E}" dt="2025-08-14T15:39:14.601" v="258" actId="47"/>
        <pc:sldMkLst>
          <pc:docMk/>
          <pc:sldMk cId="1314506896" sldId="258"/>
        </pc:sldMkLst>
      </pc:sldChg>
      <pc:sldChg chg="del">
        <pc:chgData name="Nathan Gurgel" userId="25a4c336f2f0df70" providerId="LiveId" clId="{87C1BFCA-7DC9-4E8A-A70F-FB12F2B7065E}" dt="2025-08-14T15:12:19.163" v="95" actId="47"/>
        <pc:sldMkLst>
          <pc:docMk/>
          <pc:sldMk cId="2209230879" sldId="259"/>
        </pc:sldMkLst>
      </pc:sldChg>
      <pc:sldChg chg="del">
        <pc:chgData name="Nathan Gurgel" userId="25a4c336f2f0df70" providerId="LiveId" clId="{87C1BFCA-7DC9-4E8A-A70F-FB12F2B7065E}" dt="2025-08-14T15:39:21.419" v="262" actId="47"/>
        <pc:sldMkLst>
          <pc:docMk/>
          <pc:sldMk cId="1173941202" sldId="260"/>
        </pc:sldMkLst>
      </pc:sldChg>
      <pc:sldChg chg="del">
        <pc:chgData name="Nathan Gurgel" userId="25a4c336f2f0df70" providerId="LiveId" clId="{87C1BFCA-7DC9-4E8A-A70F-FB12F2B7065E}" dt="2025-08-14T15:39:22.394" v="263" actId="47"/>
        <pc:sldMkLst>
          <pc:docMk/>
          <pc:sldMk cId="362359853" sldId="262"/>
        </pc:sldMkLst>
      </pc:sldChg>
      <pc:sldChg chg="del">
        <pc:chgData name="Nathan Gurgel" userId="25a4c336f2f0df70" providerId="LiveId" clId="{87C1BFCA-7DC9-4E8A-A70F-FB12F2B7065E}" dt="2025-08-14T15:39:23.652" v="264" actId="47"/>
        <pc:sldMkLst>
          <pc:docMk/>
          <pc:sldMk cId="423001198" sldId="263"/>
        </pc:sldMkLst>
      </pc:sldChg>
      <pc:sldChg chg="del">
        <pc:chgData name="Nathan Gurgel" userId="25a4c336f2f0df70" providerId="LiveId" clId="{87C1BFCA-7DC9-4E8A-A70F-FB12F2B7065E}" dt="2025-08-14T15:39:31.852" v="266" actId="47"/>
        <pc:sldMkLst>
          <pc:docMk/>
          <pc:sldMk cId="2710489774" sldId="264"/>
        </pc:sldMkLst>
      </pc:sldChg>
      <pc:sldChg chg="del">
        <pc:chgData name="Nathan Gurgel" userId="25a4c336f2f0df70" providerId="LiveId" clId="{87C1BFCA-7DC9-4E8A-A70F-FB12F2B7065E}" dt="2025-08-14T15:39:32.793" v="267" actId="47"/>
        <pc:sldMkLst>
          <pc:docMk/>
          <pc:sldMk cId="2009367377" sldId="265"/>
        </pc:sldMkLst>
      </pc:sldChg>
      <pc:sldChg chg="del">
        <pc:chgData name="Nathan Gurgel" userId="25a4c336f2f0df70" providerId="LiveId" clId="{87C1BFCA-7DC9-4E8A-A70F-FB12F2B7065E}" dt="2025-08-14T15:39:33.754" v="268" actId="47"/>
        <pc:sldMkLst>
          <pc:docMk/>
          <pc:sldMk cId="1581287471" sldId="266"/>
        </pc:sldMkLst>
      </pc:sldChg>
      <pc:sldChg chg="del">
        <pc:chgData name="Nathan Gurgel" userId="25a4c336f2f0df70" providerId="LiveId" clId="{87C1BFCA-7DC9-4E8A-A70F-FB12F2B7065E}" dt="2025-08-14T15:39:34.569" v="269" actId="47"/>
        <pc:sldMkLst>
          <pc:docMk/>
          <pc:sldMk cId="1232001181" sldId="267"/>
        </pc:sldMkLst>
      </pc:sldChg>
      <pc:sldChg chg="del">
        <pc:chgData name="Nathan Gurgel" userId="25a4c336f2f0df70" providerId="LiveId" clId="{87C1BFCA-7DC9-4E8A-A70F-FB12F2B7065E}" dt="2025-08-14T15:39:35.420" v="270" actId="47"/>
        <pc:sldMkLst>
          <pc:docMk/>
          <pc:sldMk cId="1615588479" sldId="268"/>
        </pc:sldMkLst>
      </pc:sldChg>
      <pc:sldChg chg="del">
        <pc:chgData name="Nathan Gurgel" userId="25a4c336f2f0df70" providerId="LiveId" clId="{87C1BFCA-7DC9-4E8A-A70F-FB12F2B7065E}" dt="2025-08-14T15:39:36.721" v="271" actId="47"/>
        <pc:sldMkLst>
          <pc:docMk/>
          <pc:sldMk cId="1260444861" sldId="269"/>
        </pc:sldMkLst>
      </pc:sldChg>
      <pc:sldChg chg="del">
        <pc:chgData name="Nathan Gurgel" userId="25a4c336f2f0df70" providerId="LiveId" clId="{87C1BFCA-7DC9-4E8A-A70F-FB12F2B7065E}" dt="2025-08-14T15:39:37.669" v="272" actId="47"/>
        <pc:sldMkLst>
          <pc:docMk/>
          <pc:sldMk cId="2920410790" sldId="270"/>
        </pc:sldMkLst>
      </pc:sldChg>
      <pc:sldChg chg="del">
        <pc:chgData name="Nathan Gurgel" userId="25a4c336f2f0df70" providerId="LiveId" clId="{87C1BFCA-7DC9-4E8A-A70F-FB12F2B7065E}" dt="2025-08-14T15:39:38.966" v="273" actId="47"/>
        <pc:sldMkLst>
          <pc:docMk/>
          <pc:sldMk cId="2265293554" sldId="271"/>
        </pc:sldMkLst>
      </pc:sldChg>
      <pc:sldChg chg="del">
        <pc:chgData name="Nathan Gurgel" userId="25a4c336f2f0df70" providerId="LiveId" clId="{87C1BFCA-7DC9-4E8A-A70F-FB12F2B7065E}" dt="2025-08-14T15:39:40.539" v="274" actId="47"/>
        <pc:sldMkLst>
          <pc:docMk/>
          <pc:sldMk cId="2848498186" sldId="272"/>
        </pc:sldMkLst>
      </pc:sldChg>
      <pc:sldChg chg="del">
        <pc:chgData name="Nathan Gurgel" userId="25a4c336f2f0df70" providerId="LiveId" clId="{87C1BFCA-7DC9-4E8A-A70F-FB12F2B7065E}" dt="2025-08-14T15:39:41.572" v="275" actId="47"/>
        <pc:sldMkLst>
          <pc:docMk/>
          <pc:sldMk cId="2825587910" sldId="273"/>
        </pc:sldMkLst>
      </pc:sldChg>
      <pc:sldChg chg="del">
        <pc:chgData name="Nathan Gurgel" userId="25a4c336f2f0df70" providerId="LiveId" clId="{87C1BFCA-7DC9-4E8A-A70F-FB12F2B7065E}" dt="2025-08-14T15:39:43.312" v="276" actId="47"/>
        <pc:sldMkLst>
          <pc:docMk/>
          <pc:sldMk cId="725298935" sldId="275"/>
        </pc:sldMkLst>
      </pc:sldChg>
      <pc:sldChg chg="del">
        <pc:chgData name="Nathan Gurgel" userId="25a4c336f2f0df70" providerId="LiveId" clId="{87C1BFCA-7DC9-4E8A-A70F-FB12F2B7065E}" dt="2025-08-14T15:39:46.185" v="277" actId="47"/>
        <pc:sldMkLst>
          <pc:docMk/>
          <pc:sldMk cId="3392781906" sldId="276"/>
        </pc:sldMkLst>
      </pc:sldChg>
      <pc:sldChg chg="del">
        <pc:chgData name="Nathan Gurgel" userId="25a4c336f2f0df70" providerId="LiveId" clId="{87C1BFCA-7DC9-4E8A-A70F-FB12F2B7065E}" dt="2025-08-14T15:39:30.262" v="265" actId="47"/>
        <pc:sldMkLst>
          <pc:docMk/>
          <pc:sldMk cId="1278808268" sldId="278"/>
        </pc:sldMkLst>
      </pc:sldChg>
      <pc:sldChg chg="modSp add mod">
        <pc:chgData name="Nathan Gurgel" userId="25a4c336f2f0df70" providerId="LiveId" clId="{87C1BFCA-7DC9-4E8A-A70F-FB12F2B7065E}" dt="2025-08-14T14:03:45.344" v="27" actId="20577"/>
        <pc:sldMkLst>
          <pc:docMk/>
          <pc:sldMk cId="4123654992" sldId="279"/>
        </pc:sldMkLst>
        <pc:spChg chg="mod">
          <ac:chgData name="Nathan Gurgel" userId="25a4c336f2f0df70" providerId="LiveId" clId="{87C1BFCA-7DC9-4E8A-A70F-FB12F2B7065E}" dt="2025-08-14T14:03:45.344" v="27" actId="20577"/>
          <ac:spMkLst>
            <pc:docMk/>
            <pc:sldMk cId="4123654992" sldId="279"/>
            <ac:spMk id="2" creationId="{E8737519-D1A6-0EB8-EA51-28104CCA97A1}"/>
          </ac:spMkLst>
        </pc:spChg>
      </pc:sldChg>
      <pc:sldChg chg="modSp add mod ord">
        <pc:chgData name="Nathan Gurgel" userId="25a4c336f2f0df70" providerId="LiveId" clId="{87C1BFCA-7DC9-4E8A-A70F-FB12F2B7065E}" dt="2025-08-21T00:17:15.059" v="441" actId="20577"/>
        <pc:sldMkLst>
          <pc:docMk/>
          <pc:sldMk cId="1129900284" sldId="280"/>
        </pc:sldMkLst>
        <pc:spChg chg="mod">
          <ac:chgData name="Nathan Gurgel" userId="25a4c336f2f0df70" providerId="LiveId" clId="{87C1BFCA-7DC9-4E8A-A70F-FB12F2B7065E}" dt="2025-08-21T00:17:15.059" v="441" actId="20577"/>
          <ac:spMkLst>
            <pc:docMk/>
            <pc:sldMk cId="1129900284" sldId="280"/>
            <ac:spMk id="3" creationId="{096D8001-29A9-ADF8-E8D4-8F5E9FB75AD9}"/>
          </ac:spMkLst>
        </pc:spChg>
      </pc:sldChg>
      <pc:sldChg chg="modSp add mod ord">
        <pc:chgData name="Nathan Gurgel" userId="25a4c336f2f0df70" providerId="LiveId" clId="{87C1BFCA-7DC9-4E8A-A70F-FB12F2B7065E}" dt="2025-08-14T15:41:12.370" v="435" actId="20577"/>
        <pc:sldMkLst>
          <pc:docMk/>
          <pc:sldMk cId="568792205" sldId="281"/>
        </pc:sldMkLst>
        <pc:spChg chg="mod">
          <ac:chgData name="Nathan Gurgel" userId="25a4c336f2f0df70" providerId="LiveId" clId="{87C1BFCA-7DC9-4E8A-A70F-FB12F2B7065E}" dt="2025-08-14T15:39:57.515" v="299" actId="20577"/>
          <ac:spMkLst>
            <pc:docMk/>
            <pc:sldMk cId="568792205" sldId="281"/>
            <ac:spMk id="2" creationId="{E198A1AD-AC52-DFED-AB52-34FF213C087A}"/>
          </ac:spMkLst>
        </pc:spChg>
      </pc:sldChg>
      <pc:sldChg chg="addSp delSp modSp add mod modAnim">
        <pc:chgData name="Nathan Gurgel" userId="25a4c336f2f0df70" providerId="LiveId" clId="{87C1BFCA-7DC9-4E8A-A70F-FB12F2B7065E}" dt="2025-08-21T00:19:29.689" v="458" actId="1076"/>
        <pc:sldMkLst>
          <pc:docMk/>
          <pc:sldMk cId="1661238238" sldId="282"/>
        </pc:sldMkLst>
      </pc:sldChg>
      <pc:sldChg chg="addSp delSp modSp add mod delAnim modAnim">
        <pc:chgData name="Nathan Gurgel" userId="25a4c336f2f0df70" providerId="LiveId" clId="{87C1BFCA-7DC9-4E8A-A70F-FB12F2B7065E}" dt="2025-08-21T00:31:56.668" v="462" actId="1076"/>
        <pc:sldMkLst>
          <pc:docMk/>
          <pc:sldMk cId="1188370199" sldId="283"/>
        </pc:sldMkLst>
      </pc:sldChg>
      <pc:sldChg chg="new del">
        <pc:chgData name="Nathan Gurgel" userId="25a4c336f2f0df70" providerId="LiveId" clId="{87C1BFCA-7DC9-4E8A-A70F-FB12F2B7065E}" dt="2025-08-21T00:16:59.593" v="438" actId="47"/>
        <pc:sldMkLst>
          <pc:docMk/>
          <pc:sldMk cId="2748624051" sldId="283"/>
        </pc:sldMkLst>
      </pc:sldChg>
      <pc:sldChg chg="addSp delSp modSp add mod delAnim">
        <pc:chgData name="Nathan Gurgel" userId="25a4c336f2f0df70" providerId="LiveId" clId="{87C1BFCA-7DC9-4E8A-A70F-FB12F2B7065E}" dt="2025-08-21T10:08:03.107" v="808" actId="20577"/>
        <pc:sldMkLst>
          <pc:docMk/>
          <pc:sldMk cId="3822011776" sldId="284"/>
        </pc:sldMkLst>
      </pc:sldChg>
      <pc:sldChg chg="addSp delSp modSp add del mod">
        <pc:chgData name="Nathan Gurgel" userId="25a4c336f2f0df70" providerId="LiveId" clId="{87C1BFCA-7DC9-4E8A-A70F-FB12F2B7065E}" dt="2025-08-21T10:09:56.743" v="828" actId="47"/>
        <pc:sldMkLst>
          <pc:docMk/>
          <pc:sldMk cId="1584848750" sldId="285"/>
        </pc:sldMkLst>
      </pc:sldChg>
      <pc:sldChg chg="addSp modSp add mod">
        <pc:chgData name="Nathan Gurgel" userId="25a4c336f2f0df70" providerId="LiveId" clId="{87C1BFCA-7DC9-4E8A-A70F-FB12F2B7065E}" dt="2025-08-21T10:14:39.616" v="963" actId="20577"/>
        <pc:sldMkLst>
          <pc:docMk/>
          <pc:sldMk cId="2211865788" sldId="285"/>
        </pc:sldMkLst>
      </pc:sldChg>
      <pc:sldChg chg="modSp add del mod">
        <pc:chgData name="Nathan Gurgel" userId="25a4c336f2f0df70" providerId="LiveId" clId="{87C1BFCA-7DC9-4E8A-A70F-FB12F2B7065E}" dt="2025-08-21T10:36:48.257" v="1187" actId="47"/>
        <pc:sldMkLst>
          <pc:docMk/>
          <pc:sldMk cId="4214832575" sldId="286"/>
        </pc:sldMkLst>
      </pc:sldChg>
      <pc:sldChg chg="addSp delSp modSp add mod">
        <pc:chgData name="Nathan Gurgel" userId="25a4c336f2f0df70" providerId="LiveId" clId="{87C1BFCA-7DC9-4E8A-A70F-FB12F2B7065E}" dt="2025-08-21T10:30:57.742" v="1172" actId="1076"/>
        <pc:sldMkLst>
          <pc:docMk/>
          <pc:sldMk cId="565589606" sldId="287"/>
        </pc:sldMkLst>
      </pc:sldChg>
      <pc:sldChg chg="addSp delSp modSp add mod">
        <pc:chgData name="Nathan Gurgel" userId="25a4c336f2f0df70" providerId="LiveId" clId="{87C1BFCA-7DC9-4E8A-A70F-FB12F2B7065E}" dt="2025-08-21T10:41:58.262" v="1243" actId="20577"/>
        <pc:sldMkLst>
          <pc:docMk/>
          <pc:sldMk cId="3203167613" sldId="288"/>
        </pc:sldMkLst>
      </pc:sldChg>
      <pc:sldChg chg="addSp delSp modSp add mod">
        <pc:chgData name="Nathan Gurgel" userId="25a4c336f2f0df70" providerId="LiveId" clId="{87C1BFCA-7DC9-4E8A-A70F-FB12F2B7065E}" dt="2025-08-21T14:17:38.521" v="1652" actId="1076"/>
        <pc:sldMkLst>
          <pc:docMk/>
          <pc:sldMk cId="757097566" sldId="289"/>
        </pc:sldMkLst>
      </pc:sldChg>
      <pc:sldChg chg="addSp delSp modSp add del mod ord">
        <pc:chgData name="Nathan Gurgel" userId="25a4c336f2f0df70" providerId="LiveId" clId="{87C1BFCA-7DC9-4E8A-A70F-FB12F2B7065E}" dt="2025-08-21T10:45:38.083" v="1291" actId="47"/>
        <pc:sldMkLst>
          <pc:docMk/>
          <pc:sldMk cId="866785889" sldId="289"/>
        </pc:sldMkLst>
      </pc:sldChg>
      <pc:sldChg chg="addSp delSp modSp add mod">
        <pc:chgData name="Nathan Gurgel" userId="25a4c336f2f0df70" providerId="LiveId" clId="{87C1BFCA-7DC9-4E8A-A70F-FB12F2B7065E}" dt="2025-08-21T11:31:03.710" v="1561" actId="20577"/>
        <pc:sldMkLst>
          <pc:docMk/>
          <pc:sldMk cId="2635200713" sldId="290"/>
        </pc:sldMkLst>
      </pc:sldChg>
      <pc:sldChg chg="addSp delSp modSp add mod">
        <pc:chgData name="Nathan Gurgel" userId="25a4c336f2f0df70" providerId="LiveId" clId="{87C1BFCA-7DC9-4E8A-A70F-FB12F2B7065E}" dt="2025-08-21T11:36:14.996" v="1628" actId="20577"/>
        <pc:sldMkLst>
          <pc:docMk/>
          <pc:sldMk cId="1811361987" sldId="291"/>
        </pc:sldMkLst>
      </pc:sldChg>
      <pc:sldChg chg="addSp delSp modSp add mod modAnim">
        <pc:chgData name="Nathan Gurgel" userId="25a4c336f2f0df70" providerId="LiveId" clId="{87C1BFCA-7DC9-4E8A-A70F-FB12F2B7065E}" dt="2025-08-21T11:50:27.297" v="1651" actId="478"/>
        <pc:sldMkLst>
          <pc:docMk/>
          <pc:sldMk cId="1683602380" sldId="292"/>
        </pc:sldMkLst>
      </pc:sldChg>
      <pc:sldChg chg="addSp delSp modSp add mod">
        <pc:chgData name="Nathan Gurgel" userId="25a4c336f2f0df70" providerId="LiveId" clId="{87C1BFCA-7DC9-4E8A-A70F-FB12F2B7065E}" dt="2025-08-21T14:22:01.803" v="1744" actId="20577"/>
        <pc:sldMkLst>
          <pc:docMk/>
          <pc:sldMk cId="1582881811" sldId="293"/>
        </pc:sldMkLst>
      </pc:sldChg>
      <pc:sldChg chg="addSp delSp modSp add mod">
        <pc:chgData name="Nathan Gurgel" userId="25a4c336f2f0df70" providerId="LiveId" clId="{87C1BFCA-7DC9-4E8A-A70F-FB12F2B7065E}" dt="2025-08-21T15:30:59.733" v="2655" actId="20577"/>
        <pc:sldMkLst>
          <pc:docMk/>
          <pc:sldMk cId="4232109277" sldId="294"/>
        </pc:sldMkLst>
      </pc:sldChg>
      <pc:sldChg chg="addSp delSp modSp add mod">
        <pc:chgData name="Nathan Gurgel" userId="25a4c336f2f0df70" providerId="LiveId" clId="{87C1BFCA-7DC9-4E8A-A70F-FB12F2B7065E}" dt="2025-08-21T22:24:35.854" v="2767" actId="14100"/>
        <pc:sldMkLst>
          <pc:docMk/>
          <pc:sldMk cId="4294638786" sldId="295"/>
        </pc:sldMkLst>
      </pc:sldChg>
      <pc:sldChg chg="addSp delSp modSp add mod ord">
        <pc:chgData name="Nathan Gurgel" userId="25a4c336f2f0df70" providerId="LiveId" clId="{87C1BFCA-7DC9-4E8A-A70F-FB12F2B7065E}" dt="2025-08-21T15:30:05.787" v="2551" actId="20577"/>
        <pc:sldMkLst>
          <pc:docMk/>
          <pc:sldMk cId="1229313218" sldId="296"/>
        </pc:sldMkLst>
      </pc:sldChg>
    </pc:docChg>
  </pc:docChgLst>
  <pc:docChgLst>
    <pc:chgData name="Nathan Gurgel" userId="25a4c336f2f0df70" providerId="LiveId" clId="{2935EFF2-25DB-497F-9375-33D956F60029}"/>
    <pc:docChg chg="undo custSel addSld delSld modSld sldOrd">
      <pc:chgData name="Nathan Gurgel" userId="25a4c336f2f0df70" providerId="LiveId" clId="{2935EFF2-25DB-497F-9375-33D956F60029}" dt="2025-09-13T16:14:48.022" v="2013" actId="2890"/>
      <pc:docMkLst>
        <pc:docMk/>
      </pc:docMkLst>
      <pc:sldChg chg="modSp mod">
        <pc:chgData name="Nathan Gurgel" userId="25a4c336f2f0df70" providerId="LiveId" clId="{2935EFF2-25DB-497F-9375-33D956F60029}" dt="2025-09-13T10:45:30.580" v="32" actId="20577"/>
        <pc:sldMkLst>
          <pc:docMk/>
          <pc:sldMk cId="4123654992" sldId="279"/>
        </pc:sldMkLst>
        <pc:spChg chg="mod">
          <ac:chgData name="Nathan Gurgel" userId="25a4c336f2f0df70" providerId="LiveId" clId="{2935EFF2-25DB-497F-9375-33D956F60029}" dt="2025-09-13T10:45:30.580" v="32" actId="20577"/>
          <ac:spMkLst>
            <pc:docMk/>
            <pc:sldMk cId="4123654992" sldId="279"/>
            <ac:spMk id="2" creationId="{E8737519-D1A6-0EB8-EA51-28104CCA97A1}"/>
          </ac:spMkLst>
        </pc:spChg>
      </pc:sldChg>
      <pc:sldChg chg="modSp mod">
        <pc:chgData name="Nathan Gurgel" userId="25a4c336f2f0df70" providerId="LiveId" clId="{2935EFF2-25DB-497F-9375-33D956F60029}" dt="2025-09-13T11:16:58.788" v="162" actId="20577"/>
        <pc:sldMkLst>
          <pc:docMk/>
          <pc:sldMk cId="1129900284" sldId="280"/>
        </pc:sldMkLst>
        <pc:spChg chg="mod">
          <ac:chgData name="Nathan Gurgel" userId="25a4c336f2f0df70" providerId="LiveId" clId="{2935EFF2-25DB-497F-9375-33D956F60029}" dt="2025-09-13T11:16:58.788" v="162" actId="20577"/>
          <ac:spMkLst>
            <pc:docMk/>
            <pc:sldMk cId="1129900284" sldId="280"/>
            <ac:spMk id="3" creationId="{096D8001-29A9-ADF8-E8D4-8F5E9FB75AD9}"/>
          </ac:spMkLst>
        </pc:spChg>
      </pc:sldChg>
      <pc:sldChg chg="addSp delSp modSp mod">
        <pc:chgData name="Nathan Gurgel" userId="25a4c336f2f0df70" providerId="LiveId" clId="{2935EFF2-25DB-497F-9375-33D956F60029}" dt="2025-09-13T11:27:27.021" v="310" actId="1076"/>
        <pc:sldMkLst>
          <pc:docMk/>
          <pc:sldMk cId="568792205" sldId="281"/>
        </pc:sldMkLst>
        <pc:spChg chg="del mod">
          <ac:chgData name="Nathan Gurgel" userId="25a4c336f2f0df70" providerId="LiveId" clId="{2935EFF2-25DB-497F-9375-33D956F60029}" dt="2025-09-13T11:25:58.586" v="197" actId="478"/>
          <ac:spMkLst>
            <pc:docMk/>
            <pc:sldMk cId="568792205" sldId="281"/>
            <ac:spMk id="3" creationId="{7FE1EAFA-254A-6B4F-4DE0-1A671FBD7163}"/>
          </ac:spMkLst>
        </pc:spChg>
        <pc:spChg chg="add del mod">
          <ac:chgData name="Nathan Gurgel" userId="25a4c336f2f0df70" providerId="LiveId" clId="{2935EFF2-25DB-497F-9375-33D956F60029}" dt="2025-09-13T11:26:04.924" v="201" actId="478"/>
          <ac:spMkLst>
            <pc:docMk/>
            <pc:sldMk cId="568792205" sldId="281"/>
            <ac:spMk id="5" creationId="{2D4127CF-E5A6-A9B9-D8F7-453B3E56F7D6}"/>
          </ac:spMkLst>
        </pc:spChg>
        <pc:spChg chg="add mod">
          <ac:chgData name="Nathan Gurgel" userId="25a4c336f2f0df70" providerId="LiveId" clId="{2935EFF2-25DB-497F-9375-33D956F60029}" dt="2025-09-13T11:27:27.021" v="310" actId="1076"/>
          <ac:spMkLst>
            <pc:docMk/>
            <pc:sldMk cId="568792205" sldId="281"/>
            <ac:spMk id="8" creationId="{9080E449-BFD6-0330-BB00-10A046844A17}"/>
          </ac:spMkLst>
        </pc:spChg>
        <pc:picChg chg="add mod">
          <ac:chgData name="Nathan Gurgel" userId="25a4c336f2f0df70" providerId="LiveId" clId="{2935EFF2-25DB-497F-9375-33D956F60029}" dt="2025-09-13T11:26:01.873" v="200" actId="1076"/>
          <ac:picMkLst>
            <pc:docMk/>
            <pc:sldMk cId="568792205" sldId="281"/>
            <ac:picMk id="7" creationId="{AABDBC1C-778E-8478-2C80-0A2CA90D03C6}"/>
          </ac:picMkLst>
        </pc:picChg>
      </pc:sldChg>
      <pc:sldChg chg="del">
        <pc:chgData name="Nathan Gurgel" userId="25a4c336f2f0df70" providerId="LiveId" clId="{2935EFF2-25DB-497F-9375-33D956F60029}" dt="2025-09-13T11:42:47.563" v="742" actId="47"/>
        <pc:sldMkLst>
          <pc:docMk/>
          <pc:sldMk cId="1661238238" sldId="282"/>
        </pc:sldMkLst>
      </pc:sldChg>
      <pc:sldChg chg="del">
        <pc:chgData name="Nathan Gurgel" userId="25a4c336f2f0df70" providerId="LiveId" clId="{2935EFF2-25DB-497F-9375-33D956F60029}" dt="2025-09-13T11:42:48.614" v="743" actId="47"/>
        <pc:sldMkLst>
          <pc:docMk/>
          <pc:sldMk cId="1188370199" sldId="283"/>
        </pc:sldMkLst>
      </pc:sldChg>
      <pc:sldChg chg="del">
        <pc:chgData name="Nathan Gurgel" userId="25a4c336f2f0df70" providerId="LiveId" clId="{2935EFF2-25DB-497F-9375-33D956F60029}" dt="2025-09-13T11:57:24.196" v="791" actId="47"/>
        <pc:sldMkLst>
          <pc:docMk/>
          <pc:sldMk cId="3822011776" sldId="284"/>
        </pc:sldMkLst>
      </pc:sldChg>
      <pc:sldChg chg="del">
        <pc:chgData name="Nathan Gurgel" userId="25a4c336f2f0df70" providerId="LiveId" clId="{2935EFF2-25DB-497F-9375-33D956F60029}" dt="2025-09-13T11:57:24.734" v="792" actId="47"/>
        <pc:sldMkLst>
          <pc:docMk/>
          <pc:sldMk cId="2211865788" sldId="285"/>
        </pc:sldMkLst>
      </pc:sldChg>
      <pc:sldChg chg="del">
        <pc:chgData name="Nathan Gurgel" userId="25a4c336f2f0df70" providerId="LiveId" clId="{2935EFF2-25DB-497F-9375-33D956F60029}" dt="2025-09-13T11:57:25.264" v="793" actId="47"/>
        <pc:sldMkLst>
          <pc:docMk/>
          <pc:sldMk cId="565589606" sldId="287"/>
        </pc:sldMkLst>
      </pc:sldChg>
      <pc:sldChg chg="del">
        <pc:chgData name="Nathan Gurgel" userId="25a4c336f2f0df70" providerId="LiveId" clId="{2935EFF2-25DB-497F-9375-33D956F60029}" dt="2025-09-13T11:57:26.959" v="794" actId="47"/>
        <pc:sldMkLst>
          <pc:docMk/>
          <pc:sldMk cId="3203167613" sldId="288"/>
        </pc:sldMkLst>
      </pc:sldChg>
      <pc:sldChg chg="del">
        <pc:chgData name="Nathan Gurgel" userId="25a4c336f2f0df70" providerId="LiveId" clId="{2935EFF2-25DB-497F-9375-33D956F60029}" dt="2025-09-13T11:57:31.211" v="798" actId="47"/>
        <pc:sldMkLst>
          <pc:docMk/>
          <pc:sldMk cId="757097566" sldId="289"/>
        </pc:sldMkLst>
      </pc:sldChg>
      <pc:sldChg chg="del">
        <pc:chgData name="Nathan Gurgel" userId="25a4c336f2f0df70" providerId="LiveId" clId="{2935EFF2-25DB-497F-9375-33D956F60029}" dt="2025-09-13T11:57:27.831" v="795" actId="47"/>
        <pc:sldMkLst>
          <pc:docMk/>
          <pc:sldMk cId="2635200713" sldId="290"/>
        </pc:sldMkLst>
      </pc:sldChg>
      <pc:sldChg chg="del">
        <pc:chgData name="Nathan Gurgel" userId="25a4c336f2f0df70" providerId="LiveId" clId="{2935EFF2-25DB-497F-9375-33D956F60029}" dt="2025-09-13T11:57:29.063" v="796" actId="47"/>
        <pc:sldMkLst>
          <pc:docMk/>
          <pc:sldMk cId="1811361987" sldId="291"/>
        </pc:sldMkLst>
      </pc:sldChg>
      <pc:sldChg chg="del">
        <pc:chgData name="Nathan Gurgel" userId="25a4c336f2f0df70" providerId="LiveId" clId="{2935EFF2-25DB-497F-9375-33D956F60029}" dt="2025-09-13T11:57:30.039" v="797" actId="47"/>
        <pc:sldMkLst>
          <pc:docMk/>
          <pc:sldMk cId="1683602380" sldId="292"/>
        </pc:sldMkLst>
      </pc:sldChg>
      <pc:sldChg chg="del">
        <pc:chgData name="Nathan Gurgel" userId="25a4c336f2f0df70" providerId="LiveId" clId="{2935EFF2-25DB-497F-9375-33D956F60029}" dt="2025-09-13T11:57:36.522" v="802" actId="47"/>
        <pc:sldMkLst>
          <pc:docMk/>
          <pc:sldMk cId="1582881811" sldId="293"/>
        </pc:sldMkLst>
      </pc:sldChg>
      <pc:sldChg chg="del">
        <pc:chgData name="Nathan Gurgel" userId="25a4c336f2f0df70" providerId="LiveId" clId="{2935EFF2-25DB-497F-9375-33D956F60029}" dt="2025-09-13T11:57:32.547" v="799" actId="47"/>
        <pc:sldMkLst>
          <pc:docMk/>
          <pc:sldMk cId="4232109277" sldId="294"/>
        </pc:sldMkLst>
      </pc:sldChg>
      <pc:sldChg chg="del">
        <pc:chgData name="Nathan Gurgel" userId="25a4c336f2f0df70" providerId="LiveId" clId="{2935EFF2-25DB-497F-9375-33D956F60029}" dt="2025-09-13T11:57:35.102" v="801" actId="47"/>
        <pc:sldMkLst>
          <pc:docMk/>
          <pc:sldMk cId="4294638786" sldId="295"/>
        </pc:sldMkLst>
      </pc:sldChg>
      <pc:sldChg chg="del">
        <pc:chgData name="Nathan Gurgel" userId="25a4c336f2f0df70" providerId="LiveId" clId="{2935EFF2-25DB-497F-9375-33D956F60029}" dt="2025-09-13T11:57:34.140" v="800" actId="47"/>
        <pc:sldMkLst>
          <pc:docMk/>
          <pc:sldMk cId="1229313218" sldId="296"/>
        </pc:sldMkLst>
      </pc:sldChg>
      <pc:sldChg chg="addSp delSp modSp add mod">
        <pc:chgData name="Nathan Gurgel" userId="25a4c336f2f0df70" providerId="LiveId" clId="{2935EFF2-25DB-497F-9375-33D956F60029}" dt="2025-09-13T11:34:39.569" v="506" actId="20577"/>
        <pc:sldMkLst>
          <pc:docMk/>
          <pc:sldMk cId="2035776319" sldId="297"/>
        </pc:sldMkLst>
        <pc:spChg chg="mod">
          <ac:chgData name="Nathan Gurgel" userId="25a4c336f2f0df70" providerId="LiveId" clId="{2935EFF2-25DB-497F-9375-33D956F60029}" dt="2025-09-13T11:34:39.569" v="506" actId="20577"/>
          <ac:spMkLst>
            <pc:docMk/>
            <pc:sldMk cId="2035776319" sldId="297"/>
            <ac:spMk id="8" creationId="{B00560EA-D058-2259-C151-FA7EB8610780}"/>
          </ac:spMkLst>
        </pc:spChg>
        <pc:picChg chg="add mod">
          <ac:chgData name="Nathan Gurgel" userId="25a4c336f2f0df70" providerId="LiveId" clId="{2935EFF2-25DB-497F-9375-33D956F60029}" dt="2025-09-13T11:33:25.449" v="317" actId="1076"/>
          <ac:picMkLst>
            <pc:docMk/>
            <pc:sldMk cId="2035776319" sldId="297"/>
            <ac:picMk id="4" creationId="{793E0F64-6384-BE87-FCF4-A2066DF26DE9}"/>
          </ac:picMkLst>
        </pc:picChg>
        <pc:picChg chg="del">
          <ac:chgData name="Nathan Gurgel" userId="25a4c336f2f0df70" providerId="LiveId" clId="{2935EFF2-25DB-497F-9375-33D956F60029}" dt="2025-09-13T11:33:22.629" v="315" actId="478"/>
          <ac:picMkLst>
            <pc:docMk/>
            <pc:sldMk cId="2035776319" sldId="297"/>
            <ac:picMk id="7" creationId="{A4026D6C-D1F9-FFC0-1807-4CD8F41FD439}"/>
          </ac:picMkLst>
        </pc:picChg>
      </pc:sldChg>
      <pc:sldChg chg="addSp delSp modSp add mod">
        <pc:chgData name="Nathan Gurgel" userId="25a4c336f2f0df70" providerId="LiveId" clId="{2935EFF2-25DB-497F-9375-33D956F60029}" dt="2025-09-13T16:05:40.395" v="1728" actId="20577"/>
        <pc:sldMkLst>
          <pc:docMk/>
          <pc:sldMk cId="2062749947" sldId="298"/>
        </pc:sldMkLst>
        <pc:spChg chg="mod">
          <ac:chgData name="Nathan Gurgel" userId="25a4c336f2f0df70" providerId="LiveId" clId="{2935EFF2-25DB-497F-9375-33D956F60029}" dt="2025-09-13T16:05:40.395" v="1728" actId="20577"/>
          <ac:spMkLst>
            <pc:docMk/>
            <pc:sldMk cId="2062749947" sldId="298"/>
            <ac:spMk id="8" creationId="{9C22CDF5-81BC-3785-707F-DF19127435F6}"/>
          </ac:spMkLst>
        </pc:spChg>
        <pc:picChg chg="del">
          <ac:chgData name="Nathan Gurgel" userId="25a4c336f2f0df70" providerId="LiveId" clId="{2935EFF2-25DB-497F-9375-33D956F60029}" dt="2025-09-13T11:35:38.161" v="508" actId="478"/>
          <ac:picMkLst>
            <pc:docMk/>
            <pc:sldMk cId="2062749947" sldId="298"/>
            <ac:picMk id="4" creationId="{4CA01AA7-5F94-B71B-C388-B7DC9B0DBF1D}"/>
          </ac:picMkLst>
        </pc:picChg>
        <pc:picChg chg="add mod">
          <ac:chgData name="Nathan Gurgel" userId="25a4c336f2f0df70" providerId="LiveId" clId="{2935EFF2-25DB-497F-9375-33D956F60029}" dt="2025-09-13T11:38:04.884" v="659" actId="1076"/>
          <ac:picMkLst>
            <pc:docMk/>
            <pc:sldMk cId="2062749947" sldId="298"/>
            <ac:picMk id="5" creationId="{53FCE348-B8D2-3697-137C-E27A5643F6D2}"/>
          </ac:picMkLst>
        </pc:picChg>
      </pc:sldChg>
      <pc:sldChg chg="modSp add mod">
        <pc:chgData name="Nathan Gurgel" userId="25a4c336f2f0df70" providerId="LiveId" clId="{2935EFF2-25DB-497F-9375-33D956F60029}" dt="2025-09-13T11:41:15.974" v="741" actId="6549"/>
        <pc:sldMkLst>
          <pc:docMk/>
          <pc:sldMk cId="1752730315" sldId="299"/>
        </pc:sldMkLst>
        <pc:spChg chg="mod">
          <ac:chgData name="Nathan Gurgel" userId="25a4c336f2f0df70" providerId="LiveId" clId="{2935EFF2-25DB-497F-9375-33D956F60029}" dt="2025-09-13T11:41:15.974" v="741" actId="6549"/>
          <ac:spMkLst>
            <pc:docMk/>
            <pc:sldMk cId="1752730315" sldId="299"/>
            <ac:spMk id="8" creationId="{BEDDCA39-F40F-D933-107A-28CBEA84F67F}"/>
          </ac:spMkLst>
        </pc:spChg>
      </pc:sldChg>
      <pc:sldChg chg="addSp delSp modSp add mod">
        <pc:chgData name="Nathan Gurgel" userId="25a4c336f2f0df70" providerId="LiveId" clId="{2935EFF2-25DB-497F-9375-33D956F60029}" dt="2025-09-13T12:20:14.346" v="836" actId="1076"/>
        <pc:sldMkLst>
          <pc:docMk/>
          <pc:sldMk cId="3256465681" sldId="300"/>
        </pc:sldMkLst>
        <pc:spChg chg="mod">
          <ac:chgData name="Nathan Gurgel" userId="25a4c336f2f0df70" providerId="LiveId" clId="{2935EFF2-25DB-497F-9375-33D956F60029}" dt="2025-09-13T11:43:02.490" v="786" actId="20577"/>
          <ac:spMkLst>
            <pc:docMk/>
            <pc:sldMk cId="3256465681" sldId="300"/>
            <ac:spMk id="2" creationId="{A5D4EB10-C9E8-0428-758B-7923F25B17D3}"/>
          </ac:spMkLst>
        </pc:spChg>
        <pc:spChg chg="mod">
          <ac:chgData name="Nathan Gurgel" userId="25a4c336f2f0df70" providerId="LiveId" clId="{2935EFF2-25DB-497F-9375-33D956F60029}" dt="2025-09-13T12:15:46.278" v="826" actId="1076"/>
          <ac:spMkLst>
            <pc:docMk/>
            <pc:sldMk cId="3256465681" sldId="300"/>
            <ac:spMk id="8" creationId="{AA42B3BF-E025-CB60-6CC2-B7AB8A223F72}"/>
          </ac:spMkLst>
        </pc:spChg>
        <pc:picChg chg="add mod">
          <ac:chgData name="Nathan Gurgel" userId="25a4c336f2f0df70" providerId="LiveId" clId="{2935EFF2-25DB-497F-9375-33D956F60029}" dt="2025-09-13T12:15:43.470" v="825" actId="1076"/>
          <ac:picMkLst>
            <pc:docMk/>
            <pc:sldMk cId="3256465681" sldId="300"/>
            <ac:picMk id="4" creationId="{7AA89FDA-2291-E9A5-6149-1CCFD6B83F4C}"/>
          </ac:picMkLst>
        </pc:picChg>
        <pc:picChg chg="del mod">
          <ac:chgData name="Nathan Gurgel" userId="25a4c336f2f0df70" providerId="LiveId" clId="{2935EFF2-25DB-497F-9375-33D956F60029}" dt="2025-09-13T12:02:30.271" v="803" actId="478"/>
          <ac:picMkLst>
            <pc:docMk/>
            <pc:sldMk cId="3256465681" sldId="300"/>
            <ac:picMk id="5" creationId="{E421F666-B985-6503-79A1-33D8416F2664}"/>
          </ac:picMkLst>
        </pc:picChg>
        <pc:picChg chg="add del mod">
          <ac:chgData name="Nathan Gurgel" userId="25a4c336f2f0df70" providerId="LiveId" clId="{2935EFF2-25DB-497F-9375-33D956F60029}" dt="2025-09-13T12:20:09.284" v="832" actId="478"/>
          <ac:picMkLst>
            <pc:docMk/>
            <pc:sldMk cId="3256465681" sldId="300"/>
            <ac:picMk id="7" creationId="{6CD150C6-500B-D1B5-D267-9CC79A167C17}"/>
          </ac:picMkLst>
        </pc:picChg>
        <pc:picChg chg="add mod">
          <ac:chgData name="Nathan Gurgel" userId="25a4c336f2f0df70" providerId="LiveId" clId="{2935EFF2-25DB-497F-9375-33D956F60029}" dt="2025-09-13T12:20:14.346" v="836" actId="1076"/>
          <ac:picMkLst>
            <pc:docMk/>
            <pc:sldMk cId="3256465681" sldId="300"/>
            <ac:picMk id="10" creationId="{15E41A9B-E522-1151-C292-539A01605A5E}"/>
          </ac:picMkLst>
        </pc:picChg>
      </pc:sldChg>
      <pc:sldChg chg="addSp delSp modSp add mod">
        <pc:chgData name="Nathan Gurgel" userId="25a4c336f2f0df70" providerId="LiveId" clId="{2935EFF2-25DB-497F-9375-33D956F60029}" dt="2025-09-13T12:22:04.695" v="889" actId="14100"/>
        <pc:sldMkLst>
          <pc:docMk/>
          <pc:sldMk cId="1785672790" sldId="301"/>
        </pc:sldMkLst>
        <pc:spChg chg="add del mod">
          <ac:chgData name="Nathan Gurgel" userId="25a4c336f2f0df70" providerId="LiveId" clId="{2935EFF2-25DB-497F-9375-33D956F60029}" dt="2025-09-13T12:19:25.395" v="830" actId="478"/>
          <ac:spMkLst>
            <pc:docMk/>
            <pc:sldMk cId="1785672790" sldId="301"/>
            <ac:spMk id="5" creationId="{A7DDB7F2-E8E4-7776-4D5C-2AD338B222BA}"/>
          </ac:spMkLst>
        </pc:spChg>
        <pc:spChg chg="del">
          <ac:chgData name="Nathan Gurgel" userId="25a4c336f2f0df70" providerId="LiveId" clId="{2935EFF2-25DB-497F-9375-33D956F60029}" dt="2025-09-13T12:19:22.751" v="829" actId="478"/>
          <ac:spMkLst>
            <pc:docMk/>
            <pc:sldMk cId="1785672790" sldId="301"/>
            <ac:spMk id="8" creationId="{DC104BB8-E872-8B43-6028-2FF00E0754E3}"/>
          </ac:spMkLst>
        </pc:spChg>
        <pc:spChg chg="add mod">
          <ac:chgData name="Nathan Gurgel" userId="25a4c336f2f0df70" providerId="LiveId" clId="{2935EFF2-25DB-497F-9375-33D956F60029}" dt="2025-09-13T12:22:04.695" v="889" actId="14100"/>
          <ac:spMkLst>
            <pc:docMk/>
            <pc:sldMk cId="1785672790" sldId="301"/>
            <ac:spMk id="15" creationId="{C2C7DB00-6543-49D6-7BD6-197997C6FDE1}"/>
          </ac:spMkLst>
        </pc:spChg>
        <pc:picChg chg="del">
          <ac:chgData name="Nathan Gurgel" userId="25a4c336f2f0df70" providerId="LiveId" clId="{2935EFF2-25DB-497F-9375-33D956F60029}" dt="2025-09-13T12:19:21.249" v="828" actId="478"/>
          <ac:picMkLst>
            <pc:docMk/>
            <pc:sldMk cId="1785672790" sldId="301"/>
            <ac:picMk id="4" creationId="{E92B896E-5510-8411-20CF-1BA9C5954C82}"/>
          </ac:picMkLst>
        </pc:picChg>
        <pc:picChg chg="del mod">
          <ac:chgData name="Nathan Gurgel" userId="25a4c336f2f0df70" providerId="LiveId" clId="{2935EFF2-25DB-497F-9375-33D956F60029}" dt="2025-09-13T12:20:18.609" v="838" actId="478"/>
          <ac:picMkLst>
            <pc:docMk/>
            <pc:sldMk cId="1785672790" sldId="301"/>
            <ac:picMk id="7" creationId="{78EB6C71-50A2-1F21-E3A4-6AE1B3F0332A}"/>
          </ac:picMkLst>
        </pc:picChg>
        <pc:picChg chg="add mod">
          <ac:chgData name="Nathan Gurgel" userId="25a4c336f2f0df70" providerId="LiveId" clId="{2935EFF2-25DB-497F-9375-33D956F60029}" dt="2025-09-13T12:20:24.497" v="842" actId="1076"/>
          <ac:picMkLst>
            <pc:docMk/>
            <pc:sldMk cId="1785672790" sldId="301"/>
            <ac:picMk id="9" creationId="{255CFE00-85A0-52F4-9649-FB0D7820B6CF}"/>
          </ac:picMkLst>
        </pc:picChg>
        <pc:cxnChg chg="add mod">
          <ac:chgData name="Nathan Gurgel" userId="25a4c336f2f0df70" providerId="LiveId" clId="{2935EFF2-25DB-497F-9375-33D956F60029}" dt="2025-09-13T12:21:43.956" v="849" actId="14100"/>
          <ac:cxnSpMkLst>
            <pc:docMk/>
            <pc:sldMk cId="1785672790" sldId="301"/>
            <ac:cxnSpMk id="11" creationId="{F357A3ED-21CE-3AB2-0657-9B0A2BC67201}"/>
          </ac:cxnSpMkLst>
        </pc:cxnChg>
        <pc:cxnChg chg="add mod">
          <ac:chgData name="Nathan Gurgel" userId="25a4c336f2f0df70" providerId="LiveId" clId="{2935EFF2-25DB-497F-9375-33D956F60029}" dt="2025-09-13T12:21:07.957" v="848" actId="14100"/>
          <ac:cxnSpMkLst>
            <pc:docMk/>
            <pc:sldMk cId="1785672790" sldId="301"/>
            <ac:cxnSpMk id="12" creationId="{205E7BE7-2F24-AD70-7B15-4ABDC95A5FC8}"/>
          </ac:cxnSpMkLst>
        </pc:cxnChg>
      </pc:sldChg>
      <pc:sldChg chg="add del">
        <pc:chgData name="Nathan Gurgel" userId="25a4c336f2f0df70" providerId="LiveId" clId="{2935EFF2-25DB-497F-9375-33D956F60029}" dt="2025-09-13T15:43:09.384" v="1704" actId="47"/>
        <pc:sldMkLst>
          <pc:docMk/>
          <pc:sldMk cId="2525975853" sldId="302"/>
        </pc:sldMkLst>
      </pc:sldChg>
      <pc:sldChg chg="delSp modSp add mod">
        <pc:chgData name="Nathan Gurgel" userId="25a4c336f2f0df70" providerId="LiveId" clId="{2935EFF2-25DB-497F-9375-33D956F60029}" dt="2025-09-13T15:59:49.925" v="1722" actId="1076"/>
        <pc:sldMkLst>
          <pc:docMk/>
          <pc:sldMk cId="2151051707" sldId="303"/>
        </pc:sldMkLst>
        <pc:spChg chg="mod">
          <ac:chgData name="Nathan Gurgel" userId="25a4c336f2f0df70" providerId="LiveId" clId="{2935EFF2-25DB-497F-9375-33D956F60029}" dt="2025-09-13T13:35:39.381" v="1686" actId="5793"/>
          <ac:spMkLst>
            <pc:docMk/>
            <pc:sldMk cId="2151051707" sldId="303"/>
            <ac:spMk id="15" creationId="{5E82D6D6-0C80-8823-1DB6-822A001D8EF1}"/>
          </ac:spMkLst>
        </pc:spChg>
        <pc:picChg chg="mod">
          <ac:chgData name="Nathan Gurgel" userId="25a4c336f2f0df70" providerId="LiveId" clId="{2935EFF2-25DB-497F-9375-33D956F60029}" dt="2025-09-13T15:59:49.925" v="1722" actId="1076"/>
          <ac:picMkLst>
            <pc:docMk/>
            <pc:sldMk cId="2151051707" sldId="303"/>
            <ac:picMk id="9" creationId="{52475FB0-253F-3B5F-51CD-0DC845A7E683}"/>
          </ac:picMkLst>
        </pc:picChg>
        <pc:cxnChg chg="del">
          <ac:chgData name="Nathan Gurgel" userId="25a4c336f2f0df70" providerId="LiveId" clId="{2935EFF2-25DB-497F-9375-33D956F60029}" dt="2025-09-13T12:34:12.279" v="893" actId="478"/>
          <ac:cxnSpMkLst>
            <pc:docMk/>
            <pc:sldMk cId="2151051707" sldId="303"/>
            <ac:cxnSpMk id="11" creationId="{F230C661-B3F9-20C1-2495-AF98E81872CB}"/>
          </ac:cxnSpMkLst>
        </pc:cxnChg>
        <pc:cxnChg chg="del">
          <ac:chgData name="Nathan Gurgel" userId="25a4c336f2f0df70" providerId="LiveId" clId="{2935EFF2-25DB-497F-9375-33D956F60029}" dt="2025-09-13T12:34:11.428" v="892" actId="478"/>
          <ac:cxnSpMkLst>
            <pc:docMk/>
            <pc:sldMk cId="2151051707" sldId="303"/>
            <ac:cxnSpMk id="12" creationId="{D1ADB490-1B03-6168-1F54-051A93028AA5}"/>
          </ac:cxnSpMkLst>
        </pc:cxnChg>
      </pc:sldChg>
      <pc:sldChg chg="addSp delSp modSp add mod">
        <pc:chgData name="Nathan Gurgel" userId="25a4c336f2f0df70" providerId="LiveId" clId="{2935EFF2-25DB-497F-9375-33D956F60029}" dt="2025-09-13T12:41:36.669" v="1227" actId="20577"/>
        <pc:sldMkLst>
          <pc:docMk/>
          <pc:sldMk cId="1079299867" sldId="304"/>
        </pc:sldMkLst>
        <pc:spChg chg="mod">
          <ac:chgData name="Nathan Gurgel" userId="25a4c336f2f0df70" providerId="LiveId" clId="{2935EFF2-25DB-497F-9375-33D956F60029}" dt="2025-09-13T12:41:36.669" v="1227" actId="20577"/>
          <ac:spMkLst>
            <pc:docMk/>
            <pc:sldMk cId="1079299867" sldId="304"/>
            <ac:spMk id="2" creationId="{3C0B454F-3635-9AB6-7B6B-CA7A86848FE1}"/>
          </ac:spMkLst>
        </pc:spChg>
        <pc:spChg chg="add del mod">
          <ac:chgData name="Nathan Gurgel" userId="25a4c336f2f0df70" providerId="LiveId" clId="{2935EFF2-25DB-497F-9375-33D956F60029}" dt="2025-09-13T12:41:22.715" v="1195" actId="478"/>
          <ac:spMkLst>
            <pc:docMk/>
            <pc:sldMk cId="1079299867" sldId="304"/>
            <ac:spMk id="4" creationId="{5E6893A9-F4A6-5CA6-B1E7-8C59E1812B4E}"/>
          </ac:spMkLst>
        </pc:spChg>
        <pc:spChg chg="del">
          <ac:chgData name="Nathan Gurgel" userId="25a4c336f2f0df70" providerId="LiveId" clId="{2935EFF2-25DB-497F-9375-33D956F60029}" dt="2025-09-13T12:41:15.757" v="1191" actId="478"/>
          <ac:spMkLst>
            <pc:docMk/>
            <pc:sldMk cId="1079299867" sldId="304"/>
            <ac:spMk id="15" creationId="{C8DE1AD1-E8F7-94EC-CA2B-CB8DB90C5AE4}"/>
          </ac:spMkLst>
        </pc:spChg>
        <pc:picChg chg="add mod">
          <ac:chgData name="Nathan Gurgel" userId="25a4c336f2f0df70" providerId="LiveId" clId="{2935EFF2-25DB-497F-9375-33D956F60029}" dt="2025-09-13T12:41:24.619" v="1196" actId="1076"/>
          <ac:picMkLst>
            <pc:docMk/>
            <pc:sldMk cId="1079299867" sldId="304"/>
            <ac:picMk id="6" creationId="{DA3853BB-9F1E-84AE-EE47-E2EA25BBF6A5}"/>
          </ac:picMkLst>
        </pc:picChg>
        <pc:picChg chg="del">
          <ac:chgData name="Nathan Gurgel" userId="25a4c336f2f0df70" providerId="LiveId" clId="{2935EFF2-25DB-497F-9375-33D956F60029}" dt="2025-09-13T12:41:20.830" v="1194" actId="478"/>
          <ac:picMkLst>
            <pc:docMk/>
            <pc:sldMk cId="1079299867" sldId="304"/>
            <ac:picMk id="9" creationId="{FFDCF113-3D6B-583A-8A5B-D3BC74476282}"/>
          </ac:picMkLst>
        </pc:picChg>
      </pc:sldChg>
      <pc:sldChg chg="modSp add del mod ord">
        <pc:chgData name="Nathan Gurgel" userId="25a4c336f2f0df70" providerId="LiveId" clId="{2935EFF2-25DB-497F-9375-33D956F60029}" dt="2025-09-13T15:52:48.656" v="1718" actId="47"/>
        <pc:sldMkLst>
          <pc:docMk/>
          <pc:sldMk cId="258819088" sldId="305"/>
        </pc:sldMkLst>
        <pc:picChg chg="mod">
          <ac:chgData name="Nathan Gurgel" userId="25a4c336f2f0df70" providerId="LiveId" clId="{2935EFF2-25DB-497F-9375-33D956F60029}" dt="2025-09-13T15:52:33.649" v="1717" actId="1076"/>
          <ac:picMkLst>
            <pc:docMk/>
            <pc:sldMk cId="258819088" sldId="305"/>
            <ac:picMk id="9" creationId="{57A5A9BF-A5CF-9208-EACD-71F37F52E3D1}"/>
          </ac:picMkLst>
        </pc:picChg>
      </pc:sldChg>
      <pc:sldChg chg="addSp delSp modSp add mod">
        <pc:chgData name="Nathan Gurgel" userId="25a4c336f2f0df70" providerId="LiveId" clId="{2935EFF2-25DB-497F-9375-33D956F60029}" dt="2025-09-13T15:51:17.863" v="1715" actId="1076"/>
        <pc:sldMkLst>
          <pc:docMk/>
          <pc:sldMk cId="2912969767" sldId="306"/>
        </pc:sldMkLst>
        <pc:spChg chg="add del mod">
          <ac:chgData name="Nathan Gurgel" userId="25a4c336f2f0df70" providerId="LiveId" clId="{2935EFF2-25DB-497F-9375-33D956F60029}" dt="2025-09-13T15:41:32.577" v="1697" actId="478"/>
          <ac:spMkLst>
            <pc:docMk/>
            <pc:sldMk cId="2912969767" sldId="306"/>
            <ac:spMk id="6" creationId="{6218C5A9-5FC8-B43E-1EA7-DE3E879F891B}"/>
          </ac:spMkLst>
        </pc:spChg>
        <pc:spChg chg="add mod">
          <ac:chgData name="Nathan Gurgel" userId="25a4c336f2f0df70" providerId="LiveId" clId="{2935EFF2-25DB-497F-9375-33D956F60029}" dt="2025-09-13T15:43:16.977" v="1706" actId="1076"/>
          <ac:spMkLst>
            <pc:docMk/>
            <pc:sldMk cId="2912969767" sldId="306"/>
            <ac:spMk id="10" creationId="{F5DDFB9D-193C-21B7-9905-03F5CD1D332E}"/>
          </ac:spMkLst>
        </pc:spChg>
        <pc:spChg chg="del">
          <ac:chgData name="Nathan Gurgel" userId="25a4c336f2f0df70" providerId="LiveId" clId="{2935EFF2-25DB-497F-9375-33D956F60029}" dt="2025-09-13T15:41:29.835" v="1696" actId="478"/>
          <ac:spMkLst>
            <pc:docMk/>
            <pc:sldMk cId="2912969767" sldId="306"/>
            <ac:spMk id="15" creationId="{60D62AC4-2E2A-B441-83F7-1C8E61183F23}"/>
          </ac:spMkLst>
        </pc:spChg>
        <pc:picChg chg="add del mod">
          <ac:chgData name="Nathan Gurgel" userId="25a4c336f2f0df70" providerId="LiveId" clId="{2935EFF2-25DB-497F-9375-33D956F60029}" dt="2025-09-13T15:42:18.525" v="1698" actId="478"/>
          <ac:picMkLst>
            <pc:docMk/>
            <pc:sldMk cId="2912969767" sldId="306"/>
            <ac:picMk id="4" creationId="{EB76B628-9AF9-A6C9-BEB6-8E629B07BE44}"/>
          </ac:picMkLst>
        </pc:picChg>
        <pc:picChg chg="add del mod">
          <ac:chgData name="Nathan Gurgel" userId="25a4c336f2f0df70" providerId="LiveId" clId="{2935EFF2-25DB-497F-9375-33D956F60029}" dt="2025-09-13T15:51:10.614" v="1711" actId="478"/>
          <ac:picMkLst>
            <pc:docMk/>
            <pc:sldMk cId="2912969767" sldId="306"/>
            <ac:picMk id="8" creationId="{E2E95EEB-9E15-5848-22E9-606868B721FE}"/>
          </ac:picMkLst>
        </pc:picChg>
        <pc:picChg chg="del">
          <ac:chgData name="Nathan Gurgel" userId="25a4c336f2f0df70" providerId="LiveId" clId="{2935EFF2-25DB-497F-9375-33D956F60029}" dt="2025-09-13T15:41:09.368" v="1691" actId="478"/>
          <ac:picMkLst>
            <pc:docMk/>
            <pc:sldMk cId="2912969767" sldId="306"/>
            <ac:picMk id="9" creationId="{CF29EC85-6887-5C15-5F24-E3E50909AEF8}"/>
          </ac:picMkLst>
        </pc:picChg>
        <pc:picChg chg="add mod">
          <ac:chgData name="Nathan Gurgel" userId="25a4c336f2f0df70" providerId="LiveId" clId="{2935EFF2-25DB-497F-9375-33D956F60029}" dt="2025-09-13T15:45:59.847" v="1710" actId="1076"/>
          <ac:picMkLst>
            <pc:docMk/>
            <pc:sldMk cId="2912969767" sldId="306"/>
            <ac:picMk id="12" creationId="{B45244AA-6C7F-26C8-4F7C-11F264DBEE94}"/>
          </ac:picMkLst>
        </pc:picChg>
        <pc:picChg chg="add mod">
          <ac:chgData name="Nathan Gurgel" userId="25a4c336f2f0df70" providerId="LiveId" clId="{2935EFF2-25DB-497F-9375-33D956F60029}" dt="2025-09-13T15:51:17.863" v="1715" actId="1076"/>
          <ac:picMkLst>
            <pc:docMk/>
            <pc:sldMk cId="2912969767" sldId="306"/>
            <ac:picMk id="14" creationId="{B8F60584-1978-E808-F441-8A8FA6DB2CE6}"/>
          </ac:picMkLst>
        </pc:picChg>
      </pc:sldChg>
      <pc:sldChg chg="addSp delSp modSp add mod">
        <pc:chgData name="Nathan Gurgel" userId="25a4c336f2f0df70" providerId="LiveId" clId="{2935EFF2-25DB-497F-9375-33D956F60029}" dt="2025-09-13T16:11:31.318" v="1741" actId="1076"/>
        <pc:sldMkLst>
          <pc:docMk/>
          <pc:sldMk cId="2279677149" sldId="307"/>
        </pc:sldMkLst>
        <pc:spChg chg="mod">
          <ac:chgData name="Nathan Gurgel" userId="25a4c336f2f0df70" providerId="LiveId" clId="{2935EFF2-25DB-497F-9375-33D956F60029}" dt="2025-09-13T16:11:28.247" v="1740" actId="14100"/>
          <ac:spMkLst>
            <pc:docMk/>
            <pc:sldMk cId="2279677149" sldId="307"/>
            <ac:spMk id="8" creationId="{EE6D2457-8A92-0A4B-CE12-11F0E1555CD0}"/>
          </ac:spMkLst>
        </pc:spChg>
        <pc:picChg chg="del">
          <ac:chgData name="Nathan Gurgel" userId="25a4c336f2f0df70" providerId="LiveId" clId="{2935EFF2-25DB-497F-9375-33D956F60029}" dt="2025-09-13T16:10:47.331" v="1730" actId="478"/>
          <ac:picMkLst>
            <pc:docMk/>
            <pc:sldMk cId="2279677149" sldId="307"/>
            <ac:picMk id="5" creationId="{03C3F287-0B2A-2A2B-1B22-D0779E9606CF}"/>
          </ac:picMkLst>
        </pc:picChg>
        <pc:picChg chg="add mod">
          <ac:chgData name="Nathan Gurgel" userId="25a4c336f2f0df70" providerId="LiveId" clId="{2935EFF2-25DB-497F-9375-33D956F60029}" dt="2025-09-13T16:11:31.318" v="1741" actId="1076"/>
          <ac:picMkLst>
            <pc:docMk/>
            <pc:sldMk cId="2279677149" sldId="307"/>
            <ac:picMk id="1026" creationId="{2155BFEE-F285-7FE4-FEB1-534F21C6292F}"/>
          </ac:picMkLst>
        </pc:picChg>
      </pc:sldChg>
      <pc:sldChg chg="addSp delSp modSp add mod">
        <pc:chgData name="Nathan Gurgel" userId="25a4c336f2f0df70" providerId="LiveId" clId="{2935EFF2-25DB-497F-9375-33D956F60029}" dt="2025-09-13T16:14:45.211" v="2012"/>
        <pc:sldMkLst>
          <pc:docMk/>
          <pc:sldMk cId="2651517732" sldId="308"/>
        </pc:sldMkLst>
        <pc:spChg chg="mod">
          <ac:chgData name="Nathan Gurgel" userId="25a4c336f2f0df70" providerId="LiveId" clId="{2935EFF2-25DB-497F-9375-33D956F60029}" dt="2025-09-13T16:14:45.211" v="2012"/>
          <ac:spMkLst>
            <pc:docMk/>
            <pc:sldMk cId="2651517732" sldId="308"/>
            <ac:spMk id="8" creationId="{417B3C7B-291C-BD10-D594-0A4BCEBF6618}"/>
          </ac:spMkLst>
        </pc:spChg>
        <pc:picChg chg="del mod">
          <ac:chgData name="Nathan Gurgel" userId="25a4c336f2f0df70" providerId="LiveId" clId="{2935EFF2-25DB-497F-9375-33D956F60029}" dt="2025-09-13T16:12:15.288" v="1744" actId="478"/>
          <ac:picMkLst>
            <pc:docMk/>
            <pc:sldMk cId="2651517732" sldId="308"/>
            <ac:picMk id="1026" creationId="{CCBE1BCB-D80D-63A0-8341-DADE4A930A50}"/>
          </ac:picMkLst>
        </pc:picChg>
        <pc:picChg chg="add mod">
          <ac:chgData name="Nathan Gurgel" userId="25a4c336f2f0df70" providerId="LiveId" clId="{2935EFF2-25DB-497F-9375-33D956F60029}" dt="2025-09-13T16:14:13.533" v="1924" actId="1076"/>
          <ac:picMkLst>
            <pc:docMk/>
            <pc:sldMk cId="2651517732" sldId="308"/>
            <ac:picMk id="2050" creationId="{1E1D7DAE-5B60-F0B4-7675-D897ADF3CA73}"/>
          </ac:picMkLst>
        </pc:picChg>
      </pc:sldChg>
      <pc:sldChg chg="add">
        <pc:chgData name="Nathan Gurgel" userId="25a4c336f2f0df70" providerId="LiveId" clId="{2935EFF2-25DB-497F-9375-33D956F60029}" dt="2025-09-13T16:14:48.022" v="2013" actId="2890"/>
        <pc:sldMkLst>
          <pc:docMk/>
          <pc:sldMk cId="1792066870" sldId="309"/>
        </pc:sldMkLst>
      </pc:sldChg>
    </pc:docChg>
  </pc:docChgLst>
  <pc:docChgLst>
    <pc:chgData name="Nathan Gurgel" userId="25a4c336f2f0df70" providerId="LiveId" clId="{4D9A878A-7AAA-4B8A-9CF5-F2483BDAF3D4}"/>
    <pc:docChg chg="undo custSel addSld delSld modSld sldOrd modMainMaster">
      <pc:chgData name="Nathan Gurgel" userId="25a4c336f2f0df70" providerId="LiveId" clId="{4D9A878A-7AAA-4B8A-9CF5-F2483BDAF3D4}" dt="2025-08-09T22:04:33.228" v="5197"/>
      <pc:docMkLst>
        <pc:docMk/>
      </pc:docMkLst>
      <pc:sldChg chg="addSp delSp modSp new mod setBg">
        <pc:chgData name="Nathan Gurgel" userId="25a4c336f2f0df70" providerId="LiveId" clId="{4D9A878A-7AAA-4B8A-9CF5-F2483BDAF3D4}" dt="2025-08-09T20:27:21.836" v="1445" actId="20577"/>
        <pc:sldMkLst>
          <pc:docMk/>
          <pc:sldMk cId="3605044296" sldId="256"/>
        </pc:sldMkLst>
      </pc:sldChg>
      <pc:sldChg chg="addSp delSp modSp new mod setBg">
        <pc:chgData name="Nathan Gurgel" userId="25a4c336f2f0df70" providerId="LiveId" clId="{4D9A878A-7AAA-4B8A-9CF5-F2483BDAF3D4}" dt="2025-08-09T20:41:19.297" v="1823" actId="20577"/>
        <pc:sldMkLst>
          <pc:docMk/>
          <pc:sldMk cId="4078916280" sldId="257"/>
        </pc:sldMkLst>
      </pc:sldChg>
      <pc:sldChg chg="addSp delSp modSp add mod">
        <pc:chgData name="Nathan Gurgel" userId="25a4c336f2f0df70" providerId="LiveId" clId="{4D9A878A-7AAA-4B8A-9CF5-F2483BDAF3D4}" dt="2025-08-09T20:09:55.658" v="538" actId="1076"/>
        <pc:sldMkLst>
          <pc:docMk/>
          <pc:sldMk cId="1314506896" sldId="258"/>
        </pc:sldMkLst>
      </pc:sldChg>
      <pc:sldChg chg="new del">
        <pc:chgData name="Nathan Gurgel" userId="25a4c336f2f0df70" providerId="LiveId" clId="{4D9A878A-7AAA-4B8A-9CF5-F2483BDAF3D4}" dt="2025-08-09T20:08:42.860" v="371" actId="47"/>
        <pc:sldMkLst>
          <pc:docMk/>
          <pc:sldMk cId="1350628161" sldId="258"/>
        </pc:sldMkLst>
      </pc:sldChg>
      <pc:sldChg chg="addSp delSp modSp add mod">
        <pc:chgData name="Nathan Gurgel" userId="25a4c336f2f0df70" providerId="LiveId" clId="{4D9A878A-7AAA-4B8A-9CF5-F2483BDAF3D4}" dt="2025-08-09T20:18:21.375" v="1236" actId="1076"/>
        <pc:sldMkLst>
          <pc:docMk/>
          <pc:sldMk cId="2209230879" sldId="259"/>
        </pc:sldMkLst>
      </pc:sldChg>
      <pc:sldChg chg="addSp delSp modSp add mod ord">
        <pc:chgData name="Nathan Gurgel" userId="25a4c336f2f0df70" providerId="LiveId" clId="{4D9A878A-7AAA-4B8A-9CF5-F2483BDAF3D4}" dt="2025-08-09T20:27:01.171" v="1426" actId="1076"/>
        <pc:sldMkLst>
          <pc:docMk/>
          <pc:sldMk cId="1173941202" sldId="260"/>
        </pc:sldMkLst>
      </pc:sldChg>
      <pc:sldChg chg="addSp delSp modSp add del mod">
        <pc:chgData name="Nathan Gurgel" userId="25a4c336f2f0df70" providerId="LiveId" clId="{4D9A878A-7AAA-4B8A-9CF5-F2483BDAF3D4}" dt="2025-08-09T20:31:36.556" v="1499" actId="47"/>
        <pc:sldMkLst>
          <pc:docMk/>
          <pc:sldMk cId="2573253036" sldId="261"/>
        </pc:sldMkLst>
      </pc:sldChg>
      <pc:sldChg chg="addSp modSp add mod">
        <pc:chgData name="Nathan Gurgel" userId="25a4c336f2f0df70" providerId="LiveId" clId="{4D9A878A-7AAA-4B8A-9CF5-F2483BDAF3D4}" dt="2025-08-09T20:33:58.654" v="1583" actId="113"/>
        <pc:sldMkLst>
          <pc:docMk/>
          <pc:sldMk cId="362359853" sldId="262"/>
        </pc:sldMkLst>
      </pc:sldChg>
      <pc:sldChg chg="addSp delSp modSp add mod">
        <pc:chgData name="Nathan Gurgel" userId="25a4c336f2f0df70" providerId="LiveId" clId="{4D9A878A-7AAA-4B8A-9CF5-F2483BDAF3D4}" dt="2025-08-09T20:37:23.534" v="1694" actId="14100"/>
        <pc:sldMkLst>
          <pc:docMk/>
          <pc:sldMk cId="423001198" sldId="263"/>
        </pc:sldMkLst>
      </pc:sldChg>
      <pc:sldChg chg="addSp delSp modSp add mod">
        <pc:chgData name="Nathan Gurgel" userId="25a4c336f2f0df70" providerId="LiveId" clId="{4D9A878A-7AAA-4B8A-9CF5-F2483BDAF3D4}" dt="2025-08-09T20:57:40.085" v="2050" actId="1076"/>
        <pc:sldMkLst>
          <pc:docMk/>
          <pc:sldMk cId="2710489774" sldId="264"/>
        </pc:sldMkLst>
      </pc:sldChg>
      <pc:sldChg chg="addSp delSp modSp add mod">
        <pc:chgData name="Nathan Gurgel" userId="25a4c336f2f0df70" providerId="LiveId" clId="{4D9A878A-7AAA-4B8A-9CF5-F2483BDAF3D4}" dt="2025-08-09T21:10:23.198" v="2139" actId="1076"/>
        <pc:sldMkLst>
          <pc:docMk/>
          <pc:sldMk cId="2009367377" sldId="265"/>
        </pc:sldMkLst>
      </pc:sldChg>
      <pc:sldChg chg="addSp delSp modSp add mod">
        <pc:chgData name="Nathan Gurgel" userId="25a4c336f2f0df70" providerId="LiveId" clId="{4D9A878A-7AAA-4B8A-9CF5-F2483BDAF3D4}" dt="2025-08-09T21:13:54.283" v="2400" actId="1076"/>
        <pc:sldMkLst>
          <pc:docMk/>
          <pc:sldMk cId="1581287471" sldId="266"/>
        </pc:sldMkLst>
      </pc:sldChg>
      <pc:sldChg chg="addSp delSp modSp add mod">
        <pc:chgData name="Nathan Gurgel" userId="25a4c336f2f0df70" providerId="LiveId" clId="{4D9A878A-7AAA-4B8A-9CF5-F2483BDAF3D4}" dt="2025-08-09T21:19:54.979" v="2741" actId="20577"/>
        <pc:sldMkLst>
          <pc:docMk/>
          <pc:sldMk cId="1232001181" sldId="267"/>
        </pc:sldMkLst>
      </pc:sldChg>
      <pc:sldChg chg="addSp delSp modSp add mod">
        <pc:chgData name="Nathan Gurgel" userId="25a4c336f2f0df70" providerId="LiveId" clId="{4D9A878A-7AAA-4B8A-9CF5-F2483BDAF3D4}" dt="2025-08-09T21:23:51.612" v="3019" actId="20577"/>
        <pc:sldMkLst>
          <pc:docMk/>
          <pc:sldMk cId="1615588479" sldId="268"/>
        </pc:sldMkLst>
      </pc:sldChg>
      <pc:sldChg chg="addSp delSp modSp add mod">
        <pc:chgData name="Nathan Gurgel" userId="25a4c336f2f0df70" providerId="LiveId" clId="{4D9A878A-7AAA-4B8A-9CF5-F2483BDAF3D4}" dt="2025-08-09T21:32:22.974" v="3173" actId="1076"/>
        <pc:sldMkLst>
          <pc:docMk/>
          <pc:sldMk cId="1260444861" sldId="269"/>
        </pc:sldMkLst>
      </pc:sldChg>
      <pc:sldChg chg="addSp delSp modSp add mod">
        <pc:chgData name="Nathan Gurgel" userId="25a4c336f2f0df70" providerId="LiveId" clId="{4D9A878A-7AAA-4B8A-9CF5-F2483BDAF3D4}" dt="2025-08-09T21:35:24.985" v="3328" actId="20577"/>
        <pc:sldMkLst>
          <pc:docMk/>
          <pc:sldMk cId="2920410790" sldId="270"/>
        </pc:sldMkLst>
      </pc:sldChg>
      <pc:sldChg chg="delSp modSp add mod">
        <pc:chgData name="Nathan Gurgel" userId="25a4c336f2f0df70" providerId="LiveId" clId="{4D9A878A-7AAA-4B8A-9CF5-F2483BDAF3D4}" dt="2025-08-09T21:37:57.232" v="3541" actId="14100"/>
        <pc:sldMkLst>
          <pc:docMk/>
          <pc:sldMk cId="2265293554" sldId="271"/>
        </pc:sldMkLst>
      </pc:sldChg>
      <pc:sldChg chg="modSp add mod">
        <pc:chgData name="Nathan Gurgel" userId="25a4c336f2f0df70" providerId="LiveId" clId="{4D9A878A-7AAA-4B8A-9CF5-F2483BDAF3D4}" dt="2025-08-09T21:39:30.589" v="3787" actId="14100"/>
        <pc:sldMkLst>
          <pc:docMk/>
          <pc:sldMk cId="2848498186" sldId="272"/>
        </pc:sldMkLst>
      </pc:sldChg>
      <pc:sldChg chg="addSp modSp add mod">
        <pc:chgData name="Nathan Gurgel" userId="25a4c336f2f0df70" providerId="LiveId" clId="{4D9A878A-7AAA-4B8A-9CF5-F2483BDAF3D4}" dt="2025-08-09T21:49:35.751" v="4162" actId="20577"/>
        <pc:sldMkLst>
          <pc:docMk/>
          <pc:sldMk cId="2825587910" sldId="273"/>
        </pc:sldMkLst>
      </pc:sldChg>
      <pc:sldChg chg="delSp modSp add del mod">
        <pc:chgData name="Nathan Gurgel" userId="25a4c336f2f0df70" providerId="LiveId" clId="{4D9A878A-7AAA-4B8A-9CF5-F2483BDAF3D4}" dt="2025-08-09T21:55:20.717" v="4506" actId="47"/>
        <pc:sldMkLst>
          <pc:docMk/>
          <pc:sldMk cId="1600558634" sldId="274"/>
        </pc:sldMkLst>
      </pc:sldChg>
      <pc:sldChg chg="addSp delSp modSp add mod">
        <pc:chgData name="Nathan Gurgel" userId="25a4c336f2f0df70" providerId="LiveId" clId="{4D9A878A-7AAA-4B8A-9CF5-F2483BDAF3D4}" dt="2025-08-09T21:55:15.290" v="4505" actId="1076"/>
        <pc:sldMkLst>
          <pc:docMk/>
          <pc:sldMk cId="725298935" sldId="275"/>
        </pc:sldMkLst>
      </pc:sldChg>
      <pc:sldChg chg="delSp modSp add mod">
        <pc:chgData name="Nathan Gurgel" userId="25a4c336f2f0df70" providerId="LiveId" clId="{4D9A878A-7AAA-4B8A-9CF5-F2483BDAF3D4}" dt="2025-08-09T21:59:07.102" v="4864" actId="20577"/>
        <pc:sldMkLst>
          <pc:docMk/>
          <pc:sldMk cId="3392781906" sldId="276"/>
        </pc:sldMkLst>
      </pc:sldChg>
      <pc:sldChg chg="delSp modSp add mod setBg">
        <pc:chgData name="Nathan Gurgel" userId="25a4c336f2f0df70" providerId="LiveId" clId="{4D9A878A-7AAA-4B8A-9CF5-F2483BDAF3D4}" dt="2025-08-09T22:04:33.228" v="5197"/>
        <pc:sldMkLst>
          <pc:docMk/>
          <pc:sldMk cId="2055148596" sldId="277"/>
        </pc:sldMkLst>
      </pc:sldChg>
      <pc:sldChg chg="delSp modSp add mod">
        <pc:chgData name="Nathan Gurgel" userId="25a4c336f2f0df70" providerId="LiveId" clId="{4D9A878A-7AAA-4B8A-9CF5-F2483BDAF3D4}" dt="2025-08-09T22:03:53.650" v="5195" actId="20577"/>
        <pc:sldMkLst>
          <pc:docMk/>
          <pc:sldMk cId="1278808268" sldId="278"/>
        </pc:sldMkLst>
      </pc:sldChg>
      <pc:sldMasterChg chg="setBg modSldLayout">
        <pc:chgData name="Nathan Gurgel" userId="25a4c336f2f0df70" providerId="LiveId" clId="{4D9A878A-7AAA-4B8A-9CF5-F2483BDAF3D4}" dt="2025-08-09T20:06:48.716" v="321"/>
        <pc:sldMasterMkLst>
          <pc:docMk/>
          <pc:sldMasterMk cId="3123227962" sldId="2147483648"/>
        </pc:sldMasterMkLst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102850629" sldId="2147483649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491353223" sldId="2147483650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74924965" sldId="2147483651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31326597" sldId="2147483652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1141188916" sldId="2147483653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75156427" sldId="2147483654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14830796" sldId="2147483655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394528572" sldId="2147483656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06916262" sldId="2147483657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88274557" sldId="2147483658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562320367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19:58:26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6286 24575,'578'0'0,"-549"2"0,1 1 0,35 7 0,-32-3 0,50 2 0,-25-9 0,-26 0 0,-1 1 0,60 9 0,-43-1 0,0-3 0,53 1 0,101-8 0,-82-2 0,656 3 0,-728-2 0,78-15 0,-50 6 0,60-18 0,-98 19 0,-1 2 0,1 2 0,44-3 0,-56 7 0,-1-1 0,29-7 0,-28 5 0,0 0 0,26 0 0,489 4 0,-258 3 0,-231-5 0,-1-2 0,73-17 0,62-7 0,220-28 0,-280 34 0,-82 18 0,86 0 0,-84 5 0,66-8 0,-79 2 0,47-17 0,7-1 0,-80 22 0,167-29 0,-27 3 0,-107 18 0,1 1 0,0 3 0,54-2 0,-86 8 0,19 0 0,42-5 0,-59 4 0,-1-1 0,0-1 0,0 0 0,1-1 0,-2 0 0,1 0 0,12-8 0,153-76 0,-6 4 0,-145 71 0,1 1 0,32-10 0,6-2 0,-36 12 0,-11 6 0,0-1 0,-1-1 0,0 0 0,27-19 0,-27 16 0,1 1 0,1 1 0,0 0 0,33-11 0,3-2 0,-6 2 0,-26 12 0,-1-1 0,32-19 0,-17 9 0,0 1 0,2 2 0,59-18 0,-90 32 0,69-17 0,-61 17 0,0-1 0,0-1 0,-1 1 0,1-2 0,-1 0 0,0-1 0,-1 0 0,22-14 0,-24 13 0,0 1 0,0 1 0,1 0 0,-1 0 0,1 1 0,19-5 0,31-13 0,24-21 0,-45 21 0,57-22 0,143-45 0,-160 53 0,-58 24 0,39-13 0,-52 21 0,0 0 0,0-1 0,-1 0 0,14-9 0,21-13 0,2 5 0,46-30 0,0 10 0,-71 30 0,43-16 0,-45 21 0,0-1 0,0-1 0,23-15 0,-3-1 0,1 2 0,56-23 0,75-43 0,-79 38 0,9-11 0,-17 9 0,-13 6 0,-51 34 0,0-1 0,1 2 0,37-17 0,-38 21 0,-1-2 0,1 0 0,-2-1 0,22-18 0,15-9 0,-41 28 0,1 0 0,17-20 0,-18 18 0,0 0 0,16-11 0,110-80 0,-126 92 0,-1 1 0,0-2 0,0 0 0,-1 0 0,-1-1 0,0 0 0,0-1 0,8-18 0,-4 10 0,0 0 0,23-26 0,-15 20 0,10-10 0,-14 20 0,-2 0 0,0 0 0,-1-1 0,-1-1 0,-1-1 0,20-43 0,-28 58 0,-1-1 0,1 1 0,-1 0 0,2 0 0,-1 0 0,1 1 0,0 0 0,12-9 0,-11 10 0,-1-1 0,0 0 0,0 0 0,-1 0 0,1 0 0,-1-1 0,0 0 0,-1 0 0,6-10 0,-6 8 0,-2 3 0,-1 0 0,2 0 0,-1 1 0,0-1 0,1 1 0,0 0 0,0 0 0,0 0 0,1 0 0,-1 1 0,1-1 0,0 1 0,6-4 0,-4 2 0,0 0 0,-1 0 0,1-1 0,-1 0 0,0 1 0,0-2 0,-1 1 0,0 0 0,0-1 0,0 0 0,-1 0 0,0 0 0,-1 0 0,1-1 0,1-11 0,1-7 0,-1 0 0,-1 0 0,0-32 0,-5-17 0,0 48 0,2 1 0,0-1 0,2 1 0,1-1 0,6-27 0,-2 23 0,5-44 0,-11 58 0,0 0 0,2 0 0,0 1 0,1-1 0,1 1 0,0 0 0,1 0 0,1 0 0,12-20 0,-14 28 0,0-1 0,0 0 0,-1 0 0,0 0 0,-1 0 0,0-1 0,0 1 0,-1-1 0,1-12 0,0-12 0,-3-48 0,-1 56 0,1-1 0,2 1 0,4-32 0,20-23 0,-3 9 0,5-11 0,-22 67 0,1 0 0,-2 0 0,0-1 0,-1 0 0,3-27 0,-6-315 0,-3 173 0,2-752 0,1 919 0,1 0 0,1 0 0,6-21 0,-4 17 0,4-39 0,-7 34-1365,-2 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F6B72-B09D-4618-B0DE-3F271D234791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C56C9-47C3-476A-855B-7A6ED6F5B7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68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21A4A-4FEA-042A-54C1-C693D84C4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2A7DF-C7BC-59CA-FD1A-AE5440C7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40FA71-BD9E-64DD-D1DD-65A87FDC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45159A-6282-F6F7-B3EF-8A5096AE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F581D9-3B11-8844-2E4D-C1DD5043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85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DB807-D0C8-DA59-C46F-17ADD172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A82A1-9023-DD38-95F9-E52E40E1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3D1B1-1D00-9DEB-A89A-517A23DE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40B30-D593-8FBC-099C-B5F99B4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3B4722-AB3F-6D7D-AFC3-7871954E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35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C69EC-F34E-A6E5-FF50-BB5654D3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7337B-A02A-E724-B485-9DA0D053C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C6C030-4F79-140E-8578-98040163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5E68D-9B45-DC49-4CC5-4A1AA07C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D5213-E438-FB74-6B68-779F0957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92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F053E-C93B-F106-B0D7-C726E39C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EFA7F-C3BE-8182-6D47-6648D831E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20C692-C8D8-7B2E-3CD1-578EE379F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F88E26-F8BE-B93F-CFB5-5C6E1B9A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19F2C8-7C9E-3C96-2B40-4A51CECF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1CABD3-1EF0-32DB-227B-8D0B3591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32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2856B-417E-B723-C75D-22CC697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2E65AA-5BA5-FD3E-A503-3556B03D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2499D3-90B7-0BA4-580C-B4C1E596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0D9B7-EF68-574B-37EB-699D01941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4C42D0-D331-7F8B-D7BA-F51984A69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936C3A-2207-F810-7D65-0DA8454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447E6A-A6C5-A6F3-7E11-D44EE700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27B969-CAB5-685B-068E-CFD9E60B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18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D6C6D-509C-4830-94D2-B7EE0764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FC4F6E-EEEA-2363-8CDA-E6ECC9EB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4C89E1-481F-CD32-D9C7-BBCF5EA4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26C106-50D6-92D8-B8CE-385AE55C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7F22D1-5C70-D96B-6159-E954402B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7968E4-59BA-3895-5E46-B9446260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69F169-F921-9713-3A42-008596C1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83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B2617-C7FF-84B8-451B-B491396A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80E71-5F83-CC72-C102-B44678D49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57D181-073E-BAA3-BA05-263DE7C20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AA478-3AB1-C3A8-7F34-709D461B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48F624-8565-B00B-DEF2-9742835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8182ED-CABC-1BB6-AED9-DB1CA957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52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C05F1-E3ED-9220-050D-DFB00022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E54116-2EFF-520E-5E60-F928C575B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A427CF-DB5A-8A7D-5F1B-B6FBA3DDC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685D1-F763-966F-B23D-4441710E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F0A2BA-B05B-60E3-ADCE-F3BB2541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C7BB3D-67EC-6085-9D6C-42BB3EEA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1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625C6-AF4E-2858-6945-BE2A7934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BC3128-7701-292A-5A0D-73434E53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BC42B9-9426-1C62-CB13-A6C70201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773FB-34A4-2C8A-BDCF-D1C49E71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4AAEB2-05FE-DFE5-D764-449DFB60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27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2F333-603A-2998-81A2-8B6F6E048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CB623F-17B0-9F2D-48DF-B82CF105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E11AD6-DC60-8A83-A5E3-AFECAFBC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37139-AD2B-D8A1-CF21-9188A3EF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49FB0-8BBC-0426-CD43-A7018B09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3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7E7B72-BC9E-10D5-2B51-3426E8FC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C38749-1D90-1870-1B9C-FAFD9CE0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9CD43F-718C-C070-7751-1CDB10A37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A2FB2-CE8E-4D02-9501-9EAECAB1E34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46D81B-553B-5618-A883-6BB22F85D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97C44-433C-D01C-645E-6C70AF66E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22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hyperlink" Target="https://www.youtube.com/watch?v=rNJ7T-Cuc90&amp;list=PLLpZ1DoEuR9t7vMqJY2Yglh9tiE-PvqF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hyperlink" Target="https://github.com/IHP-GmbH/IHP-Open-DesignLib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hyperlink" Target="https://github.com/google/skywater-pd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828F5-B046-50B4-3ABF-F911C8DC7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PT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Grupo de Estudos em Microeletr</a:t>
            </a:r>
            <a:r>
              <a:rPr lang="pt-BR" dirty="0" err="1">
                <a:solidFill>
                  <a:schemeClr val="bg1"/>
                </a:solidFill>
                <a:latin typeface="EurostileLTW04-BoldExt2" panose="020B0907030502060204" pitchFamily="34" charset="0"/>
              </a:rPr>
              <a:t>ônica</a:t>
            </a: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 de Radiofrequência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24874A-2140-67C3-E09F-0A5B6926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360504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6D452-6D6E-8B8C-B2C9-138AED98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37519-D1A6-0EB8-EA51-28104CCA9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Projeto de</a:t>
            </a:r>
            <a:b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Amplificadores</a:t>
            </a:r>
            <a:b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</a:br>
            <a:r>
              <a:rPr lang="pt-BR" dirty="0" err="1">
                <a:solidFill>
                  <a:schemeClr val="bg1"/>
                </a:solidFill>
                <a:latin typeface="EurostileLTW04-BoldExt2" panose="020B0907030502060204" pitchFamily="34" charset="0"/>
              </a:rPr>
              <a:t>Vov</a:t>
            </a: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EurostileLTW04-BoldExt2" panose="020B0907030502060204" pitchFamily="34" charset="0"/>
              </a:rPr>
              <a:t>gm</a:t>
            </a:r>
            <a:r>
              <a:rPr lang="pt-PT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/Id</a:t>
            </a:r>
            <a:endParaRPr lang="pt-BR" dirty="0">
              <a:solidFill>
                <a:schemeClr val="bg1"/>
              </a:solidFill>
              <a:latin typeface="EurostileLTW04-BoldExt2" panose="020B090703050206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9AA745-9849-46EB-82D6-DD392021E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41236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49AA-F699-F0DB-4143-FC4060BC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0CB0C-952B-C123-CC76-2E097C9E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Sum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ário</a:t>
            </a:r>
            <a:endParaRPr lang="pt-BR" dirty="0">
              <a:solidFill>
                <a:schemeClr val="bg1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D8001-29A9-ADF8-E8D4-8F5E9FB7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Referências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Introdução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Representação em Pequenos Sinais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Hands-on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0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0B92-200C-A02F-3789-3B047F48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Referências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E96935-A3BC-DED3-763B-01726B7E159D}"/>
              </a:ext>
            </a:extLst>
          </p:cNvPr>
          <p:cNvSpPr txBox="1"/>
          <p:nvPr/>
        </p:nvSpPr>
        <p:spPr>
          <a:xfrm>
            <a:off x="1340019" y="1506022"/>
            <a:ext cx="2706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Artigo de referência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DBBC3F-1160-D70E-D8F3-C759A6F364F1}"/>
              </a:ext>
            </a:extLst>
          </p:cNvPr>
          <p:cNvSpPr txBox="1"/>
          <p:nvPr/>
        </p:nvSpPr>
        <p:spPr>
          <a:xfrm>
            <a:off x="7254232" y="1616581"/>
            <a:ext cx="2706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Materiais de Referência 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28" name="Picture 4" descr="Youtube Logo PNG.">
            <a:hlinkClick r:id="rId2"/>
            <a:extLst>
              <a:ext uri="{FF2B5EF4-FFF2-40B4-BE49-F238E27FC236}">
                <a16:creationId xmlns:a16="http://schemas.microsoft.com/office/drawing/2014/main" id="{AEA2149F-7559-DFEC-778D-C124C710B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t="39365" r="62857" b="39682"/>
          <a:stretch>
            <a:fillRect/>
          </a:stretch>
        </p:blipFill>
        <p:spPr bwMode="auto">
          <a:xfrm>
            <a:off x="6678924" y="2109386"/>
            <a:ext cx="1110343" cy="83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FE - Home">
            <a:hlinkClick r:id="rId2"/>
            <a:extLst>
              <a:ext uri="{FF2B5EF4-FFF2-40B4-BE49-F238E27FC236}">
                <a16:creationId xmlns:a16="http://schemas.microsoft.com/office/drawing/2014/main" id="{38773D12-2D46-A17E-CB2C-7836EF938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38" y="2239276"/>
            <a:ext cx="1340983" cy="57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hlinkClick r:id="rId2"/>
            <a:extLst>
              <a:ext uri="{FF2B5EF4-FFF2-40B4-BE49-F238E27FC236}">
                <a16:creationId xmlns:a16="http://schemas.microsoft.com/office/drawing/2014/main" id="{FB4BB11A-3C07-0132-3A00-A92132FF2657}"/>
              </a:ext>
            </a:extLst>
          </p:cNvPr>
          <p:cNvSpPr txBox="1"/>
          <p:nvPr/>
        </p:nvSpPr>
        <p:spPr>
          <a:xfrm>
            <a:off x="9425392" y="2280376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TU Graz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2" name="Gráfico 11">
            <a:hlinkClick r:id="rId5"/>
            <a:extLst>
              <a:ext uri="{FF2B5EF4-FFF2-40B4-BE49-F238E27FC236}">
                <a16:creationId xmlns:a16="http://schemas.microsoft.com/office/drawing/2014/main" id="{ED02A9ED-86C6-54E4-3392-635467549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3353" y="3429000"/>
            <a:ext cx="1055914" cy="1055914"/>
          </a:xfrm>
          <a:prstGeom prst="rect">
            <a:avLst/>
          </a:prstGeom>
        </p:spPr>
      </p:pic>
      <p:pic>
        <p:nvPicPr>
          <p:cNvPr id="1034" name="Picture 10" descr="IHP : IHP Logos">
            <a:hlinkClick r:id="rId5"/>
            <a:extLst>
              <a:ext uri="{FF2B5EF4-FFF2-40B4-BE49-F238E27FC236}">
                <a16:creationId xmlns:a16="http://schemas.microsoft.com/office/drawing/2014/main" id="{A101E8D2-85AC-03A1-2D57-62C3B2E06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38" y="3370711"/>
            <a:ext cx="1055913" cy="111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hlinkClick r:id="rId2"/>
            <a:extLst>
              <a:ext uri="{FF2B5EF4-FFF2-40B4-BE49-F238E27FC236}">
                <a16:creationId xmlns:a16="http://schemas.microsoft.com/office/drawing/2014/main" id="{34F1E3B8-8E35-B81E-8298-5F2E0EDC81BD}"/>
              </a:ext>
            </a:extLst>
          </p:cNvPr>
          <p:cNvSpPr txBox="1"/>
          <p:nvPr/>
        </p:nvSpPr>
        <p:spPr>
          <a:xfrm>
            <a:off x="9160457" y="3664570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  <a:hlinkClick r:id="rId5"/>
              </a:rPr>
              <a:t>IHP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FD9DF13-2AC2-DD64-B0BF-45CD9E39A939}"/>
              </a:ext>
            </a:extLst>
          </p:cNvPr>
          <p:cNvCxnSpPr/>
          <p:nvPr/>
        </p:nvCxnSpPr>
        <p:spPr>
          <a:xfrm>
            <a:off x="6678924" y="3102429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5013FD8-3045-3CE6-1487-19B9C4C2C7C4}"/>
              </a:ext>
            </a:extLst>
          </p:cNvPr>
          <p:cNvCxnSpPr/>
          <p:nvPr/>
        </p:nvCxnSpPr>
        <p:spPr>
          <a:xfrm>
            <a:off x="6733353" y="4811486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áfico 16">
            <a:hlinkClick r:id="rId9"/>
            <a:extLst>
              <a:ext uri="{FF2B5EF4-FFF2-40B4-BE49-F238E27FC236}">
                <a16:creationId xmlns:a16="http://schemas.microsoft.com/office/drawing/2014/main" id="{8E5CC4AE-AD0B-D6B7-8200-93A5C972C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3353" y="5048763"/>
            <a:ext cx="1055914" cy="1055914"/>
          </a:xfrm>
          <a:prstGeom prst="rect">
            <a:avLst/>
          </a:prstGeom>
        </p:spPr>
      </p:pic>
      <p:sp>
        <p:nvSpPr>
          <p:cNvPr id="19" name="CaixaDeTexto 18">
            <a:hlinkClick r:id="rId9"/>
            <a:extLst>
              <a:ext uri="{FF2B5EF4-FFF2-40B4-BE49-F238E27FC236}">
                <a16:creationId xmlns:a16="http://schemas.microsoft.com/office/drawing/2014/main" id="{C44E515B-12FB-D4C5-49B2-462DF6FE0392}"/>
              </a:ext>
            </a:extLst>
          </p:cNvPr>
          <p:cNvSpPr txBox="1"/>
          <p:nvPr/>
        </p:nvSpPr>
        <p:spPr>
          <a:xfrm>
            <a:off x="9160457" y="5284333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Skywater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36" name="Picture 12" descr="SkyWater Technology logo in transparent PNG and vectorized SVG formats">
            <a:hlinkClick r:id="rId9"/>
            <a:extLst>
              <a:ext uri="{FF2B5EF4-FFF2-40B4-BE49-F238E27FC236}">
                <a16:creationId xmlns:a16="http://schemas.microsoft.com/office/drawing/2014/main" id="{0B685839-3E1E-125D-BC3E-C0B14E5B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666" y="5047055"/>
            <a:ext cx="959677" cy="96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4B491D-EC3A-BF54-9292-32C4016A05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943" y="1901042"/>
            <a:ext cx="3376220" cy="474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1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C053-2C0B-6287-E4CA-757D7B0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8A1AD-AC52-DFED-AB52-34FF213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080E449-BFD6-0330-BB00-10A04684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419600" cy="254385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Como vimos anteriormente, precisamos de uma estratégia clara para projetar o circuito amplificador.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8761B8-0ED8-7CD4-C296-CB44AA77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690" y="1197765"/>
            <a:ext cx="3477110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9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DC21C-2000-3B85-285E-5E314188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8277-D389-5DF2-DEE4-A38995C7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07158A-6829-2DE2-1D4A-01CD7FA9A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0" y="1502565"/>
            <a:ext cx="3477110" cy="4848902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BBAABD4-439B-5588-2B8B-A62FE626C1C6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363874" y="2073612"/>
            <a:ext cx="3219011" cy="2110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07782C89-285D-1D82-16B4-FAF06D31BF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2885" y="1737856"/>
                <a:ext cx="5181601" cy="6715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↑: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𝑜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↓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𝑔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𝑚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𝑡h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07782C89-285D-1D82-16B4-FAF06D31B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2885" y="1737856"/>
                <a:ext cx="5181601" cy="671512"/>
              </a:xfrm>
              <a:blipFill>
                <a:blip r:embed="rId3"/>
                <a:stretch>
                  <a:fillRect l="-588" t="-1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2FE8B08-2457-8D95-7C54-86BC74D4E043}"/>
              </a:ext>
            </a:extLst>
          </p:cNvPr>
          <p:cNvCxnSpPr>
            <a:cxnSpLocks/>
          </p:cNvCxnSpPr>
          <p:nvPr/>
        </p:nvCxnSpPr>
        <p:spPr>
          <a:xfrm flipH="1" flipV="1">
            <a:off x="2427514" y="2026445"/>
            <a:ext cx="2155371" cy="68409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8C65C248-0D43-59EE-EF0B-FA78A6480C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885" y="2409996"/>
                <a:ext cx="6901544" cy="6715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𝑑𝑠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↑: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𝑔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𝑚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𝑡h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8C65C248-0D43-59EE-EF0B-FA78A648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85" y="2409996"/>
                <a:ext cx="6901544" cy="671512"/>
              </a:xfrm>
              <a:prstGeom prst="rect">
                <a:avLst/>
              </a:prstGeom>
              <a:blipFill>
                <a:blip r:embed="rId4"/>
                <a:stretch>
                  <a:fillRect l="-442" t="-1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E0B0002D-603D-661C-67C0-79BBC129B547}"/>
              </a:ext>
            </a:extLst>
          </p:cNvPr>
          <p:cNvCxnSpPr>
            <a:cxnSpLocks/>
          </p:cNvCxnSpPr>
          <p:nvPr/>
        </p:nvCxnSpPr>
        <p:spPr>
          <a:xfrm flipH="1">
            <a:off x="2743200" y="3499641"/>
            <a:ext cx="1839685" cy="56073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spaço Reservado para Conteúdo 2">
                <a:extLst>
                  <a:ext uri="{FF2B5EF4-FFF2-40B4-BE49-F238E27FC236}">
                    <a16:creationId xmlns:a16="http://schemas.microsoft.com/office/drawing/2014/main" id="{756F1FEE-1CD7-6742-CA33-372B9867C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885" y="3882565"/>
                <a:ext cx="3984172" cy="6715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𝐿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↑: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𝑜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↓,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𝑡h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↓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9" name="Espaço Reservado para Conteúdo 2">
                <a:extLst>
                  <a:ext uri="{FF2B5EF4-FFF2-40B4-BE49-F238E27FC236}">
                    <a16:creationId xmlns:a16="http://schemas.microsoft.com/office/drawing/2014/main" id="{756F1FEE-1CD7-6742-CA33-372B9867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85" y="3882565"/>
                <a:ext cx="3984172" cy="671512"/>
              </a:xfrm>
              <a:prstGeom prst="rect">
                <a:avLst/>
              </a:prstGeom>
              <a:blipFill>
                <a:blip r:embed="rId5"/>
                <a:stretch>
                  <a:fillRect l="-459" t="-14545" r="-50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A09DC21-2520-7E26-0EF3-4F31B1ADAE0D}"/>
              </a:ext>
            </a:extLst>
          </p:cNvPr>
          <p:cNvCxnSpPr>
            <a:cxnSpLocks/>
          </p:cNvCxnSpPr>
          <p:nvPr/>
        </p:nvCxnSpPr>
        <p:spPr>
          <a:xfrm flipH="1">
            <a:off x="2743200" y="4081180"/>
            <a:ext cx="1839685" cy="10255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spaço Reservado para Conteúdo 2">
                <a:extLst>
                  <a:ext uri="{FF2B5EF4-FFF2-40B4-BE49-F238E27FC236}">
                    <a16:creationId xmlns:a16="http://schemas.microsoft.com/office/drawing/2014/main" id="{B983389E-C367-DC73-0601-DF98BB2A5E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885" y="3235600"/>
                <a:ext cx="3984172" cy="6715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𝑊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↑: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𝑜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↓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,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𝑡h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↓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25" name="Espaço Reservado para Conteúdo 2">
                <a:extLst>
                  <a:ext uri="{FF2B5EF4-FFF2-40B4-BE49-F238E27FC236}">
                    <a16:creationId xmlns:a16="http://schemas.microsoft.com/office/drawing/2014/main" id="{B983389E-C367-DC73-0601-DF98BB2A5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85" y="3235600"/>
                <a:ext cx="3984172" cy="671512"/>
              </a:xfrm>
              <a:prstGeom prst="rect">
                <a:avLst/>
              </a:prstGeom>
              <a:blipFill>
                <a:blip r:embed="rId6"/>
                <a:stretch>
                  <a:fillRect l="-306" t="-14545" r="-50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9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E53F-1AD7-4923-DA98-FB7FC29B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5232A-271D-87A4-FFD9-F28001FC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onto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 de Operação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713558-F8BC-A051-FEF4-E89E8317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0" y="1502565"/>
            <a:ext cx="3477110" cy="48489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2EB94363-CFF6-A79E-C8D0-26AD925294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2885" y="1737856"/>
                <a:ext cx="7047625" cy="40315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𝑐𝑐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𝑑𝑠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𝑑𝑠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𝑐𝑐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𝑑𝑠</m:t>
                        </m:r>
                      </m:sub>
                    </m:sSub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𝑐𝑐</m:t>
                        </m:r>
                      </m:sub>
                    </m:sSub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  <m:f>
                      <m:f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den>
                    </m:f>
                    <m:r>
                      <a:rPr lang="pt-P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𝜇</m:t>
                    </m:r>
                    <m:sSub>
                      <m:sSub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𝐶</m:t>
                        </m:r>
                      </m:e>
                      <m:sub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𝑊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𝑔𝑠</m:t>
                                </m:r>
                              </m:sub>
                            </m:s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*</a:t>
                </a: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*em saturação</a:t>
                </a:r>
              </a:p>
            </p:txBody>
          </p:sp>
        </mc:Choice>
        <mc:Fallback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2EB94363-CFF6-A79E-C8D0-26AD925294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2885" y="1737856"/>
                <a:ext cx="7047625" cy="4031574"/>
              </a:xfrm>
              <a:blipFill>
                <a:blip r:embed="rId3"/>
                <a:stretch>
                  <a:fillRect l="-1817" t="-24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89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8634-4632-5CCF-BDC1-490D7E55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7AB22-CC1C-41C3-5B23-CC3FF2E8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E1B82D8-5862-0A3E-C68B-AF654774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41"/>
          <a:stretch>
            <a:fillRect/>
          </a:stretch>
        </p:blipFill>
        <p:spPr>
          <a:xfrm>
            <a:off x="261257" y="1608038"/>
            <a:ext cx="4673928" cy="46869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E362AD1-24BA-4629-A064-A5C6AC8B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3" y="873324"/>
            <a:ext cx="5214257" cy="274125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50F374B-8849-1F6A-5D85-72262E410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543" y="3797866"/>
            <a:ext cx="5214257" cy="2695009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65C5501-98AA-B4E0-B01F-C71078320133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4935185" y="2243953"/>
            <a:ext cx="1204358" cy="17075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C4E1AA8-7B4A-67AC-E42E-DE9C86FE5843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8746672" y="3614581"/>
            <a:ext cx="0" cy="183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spaço Reservado para Conteúdo 2">
                <a:extLst>
                  <a:ext uri="{FF2B5EF4-FFF2-40B4-BE49-F238E27FC236}">
                    <a16:creationId xmlns:a16="http://schemas.microsoft.com/office/drawing/2014/main" id="{25DD970B-65BE-CDD5-C60B-2A7D19FA9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9200" y="1553210"/>
                <a:ext cx="2061357" cy="10484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𝑑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𝑠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:</m:t>
                      </m:r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↑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9" name="Espaço Reservado para Conteúdo 2">
                <a:extLst>
                  <a:ext uri="{FF2B5EF4-FFF2-40B4-BE49-F238E27FC236}">
                    <a16:creationId xmlns:a16="http://schemas.microsoft.com/office/drawing/2014/main" id="{25DD970B-65BE-CDD5-C60B-2A7D19FA9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0" y="1553210"/>
                <a:ext cx="2061357" cy="1048476"/>
              </a:xfrm>
              <a:blipFill>
                <a:blip r:embed="rId5"/>
                <a:stretch>
                  <a:fillRect r="-97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spaço Reservado para Conteúdo 2">
                <a:extLst>
                  <a:ext uri="{FF2B5EF4-FFF2-40B4-BE49-F238E27FC236}">
                    <a16:creationId xmlns:a16="http://schemas.microsoft.com/office/drawing/2014/main" id="{503BDF11-D2B5-4755-59D8-8644FF12C9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11343" y="4501389"/>
                <a:ext cx="2061357" cy="10484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24" name="Espaço Reservado para Conteúdo 2">
                <a:extLst>
                  <a:ext uri="{FF2B5EF4-FFF2-40B4-BE49-F238E27FC236}">
                    <a16:creationId xmlns:a16="http://schemas.microsoft.com/office/drawing/2014/main" id="{503BDF11-D2B5-4755-59D8-8644FF12C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343" y="4501389"/>
                <a:ext cx="2061357" cy="1048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74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58F8-7CDD-FF82-B242-AD107F6E9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A39CF-BF28-7FFE-C4E1-291572D8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965C26B-CF61-8D0E-C68C-8A466FD2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2306523"/>
            <a:ext cx="5214257" cy="26950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spaço Reservado para Conteúdo 2">
                <a:extLst>
                  <a:ext uri="{FF2B5EF4-FFF2-40B4-BE49-F238E27FC236}">
                    <a16:creationId xmlns:a16="http://schemas.microsoft.com/office/drawing/2014/main" id="{97B5EB48-43F4-8071-57B5-5FB04E9443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8371" y="3010046"/>
                <a:ext cx="2061357" cy="10484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𝑉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2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2" charset="0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24" name="Espaço Reservado para Conteúdo 2">
                <a:extLst>
                  <a:ext uri="{FF2B5EF4-FFF2-40B4-BE49-F238E27FC236}">
                    <a16:creationId xmlns:a16="http://schemas.microsoft.com/office/drawing/2014/main" id="{97B5EB48-43F4-8071-57B5-5FB04E944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71" y="3010046"/>
                <a:ext cx="2061357" cy="10484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1CDA87E1-8AFA-E1D3-0999-59E993120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7272" y="1299717"/>
                <a:ext cx="5214256" cy="5193158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A partir dessa curva é possível identificar o ponto ótimo de amplificação para um dado resistor.</a:t>
                </a:r>
              </a:p>
              <a:p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Ela depende de todos os parâmetros vistos anteriormente</a:t>
                </a: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𝑊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𝐿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𝑅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𝑑𝑠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)</a:t>
                </a:r>
              </a:p>
              <a:p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1CDA87E1-8AFA-E1D3-0999-59E993120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7272" y="1299717"/>
                <a:ext cx="5214256" cy="5193158"/>
              </a:xfrm>
              <a:blipFill>
                <a:blip r:embed="rId4"/>
                <a:stretch>
                  <a:fillRect l="-2336" t="-19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89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1277-8358-1118-BB15-20C6D668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04366-5A4E-3FB1-6798-1CC0B0E5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A5397D15-2201-DEC4-40D6-8491CBE8B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167311"/>
                <a:ext cx="10194471" cy="1494746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É possível visualizar uma curva de ponto ótimo, que fixa em uma certa região. Para esse transistor</a:t>
                </a:r>
              </a:p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𝑔𝑠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=0.53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𝑉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,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𝑔𝑠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−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𝑡h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𝑂𝑉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=0.074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𝑉</m:t>
                    </m:r>
                  </m:oMath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A5397D15-2201-DEC4-40D6-8491CBE8B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167311"/>
                <a:ext cx="10194471" cy="1494746"/>
              </a:xfrm>
              <a:blipFill>
                <a:blip r:embed="rId2"/>
                <a:stretch>
                  <a:fillRect l="-1077" t="-7347" b="-40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9732CBD1-2D18-883D-23F4-4DE3FE5BE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15" y="1851739"/>
            <a:ext cx="6270970" cy="31545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1640B85-7FF3-45B7-BDBE-0C5482714379}"/>
                  </a:ext>
                </a:extLst>
              </p14:cNvPr>
              <p14:cNvContentPartPr/>
              <p14:nvPr/>
            </p14:nvContentPartPr>
            <p14:xfrm>
              <a:off x="3494366" y="2254749"/>
              <a:ext cx="3930480" cy="22860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1640B85-7FF3-45B7-BDBE-0C54827143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8246" y="2248629"/>
                <a:ext cx="3942720" cy="229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9823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C5EB-40DB-38C2-4D99-68970445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FB266-B108-30AA-A884-9E81DEE5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36CB8FD-FD0B-AFA5-CC7C-FE7B6AE1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957" y="1862041"/>
            <a:ext cx="5453743" cy="587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Que ponto de operação é esse</a:t>
            </a:r>
            <a:r>
              <a:rPr lang="pt-PT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?</a:t>
            </a:r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5AD9EE-2C12-75AF-1D58-5AF9071F5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43" y="2443841"/>
            <a:ext cx="6270970" cy="3154521"/>
          </a:xfrm>
          <a:prstGeom prst="rect">
            <a:avLst/>
          </a:prstGeom>
        </p:spPr>
      </p:pic>
      <p:sp>
        <p:nvSpPr>
          <p:cNvPr id="10" name="Conector: curvado 9">
            <a:extLst>
              <a:ext uri="{FF2B5EF4-FFF2-40B4-BE49-F238E27FC236}">
                <a16:creationId xmlns:a16="http://schemas.microsoft.com/office/drawing/2014/main" id="{896035C0-3A21-42B5-AE21-2A559942D9B0}"/>
              </a:ext>
            </a:extLst>
          </p:cNvPr>
          <p:cNvSpPr/>
          <p:nvPr/>
        </p:nvSpPr>
        <p:spPr>
          <a:xfrm rot="21600000" flipV="1">
            <a:off x="3690257" y="3031086"/>
            <a:ext cx="3842658" cy="2068285"/>
          </a:xfrm>
          <a:prstGeom prst="curvedConnector2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66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C569-7D49-5DD4-1725-69B28041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91AFB-F9B2-3D36-0DB3-03BA1ECE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5972B27-5902-9586-F0AF-1773A7F51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6" y="4226377"/>
            <a:ext cx="4836555" cy="2432959"/>
          </a:xfrm>
          <a:prstGeom prst="rect">
            <a:avLst/>
          </a:prstGeom>
        </p:spPr>
      </p:pic>
      <p:sp>
        <p:nvSpPr>
          <p:cNvPr id="10" name="Conector: curvado 9">
            <a:extLst>
              <a:ext uri="{FF2B5EF4-FFF2-40B4-BE49-F238E27FC236}">
                <a16:creationId xmlns:a16="http://schemas.microsoft.com/office/drawing/2014/main" id="{38CDA336-2ED7-E77B-431F-95AC5F92F6AF}"/>
              </a:ext>
            </a:extLst>
          </p:cNvPr>
          <p:cNvSpPr/>
          <p:nvPr/>
        </p:nvSpPr>
        <p:spPr>
          <a:xfrm rot="21600000" flipV="1">
            <a:off x="1254920" y="4645262"/>
            <a:ext cx="2963693" cy="1595188"/>
          </a:xfrm>
          <a:prstGeom prst="curvedConnector2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1ACADE6-6A35-71FE-2C07-05E410243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048" y="1572193"/>
            <a:ext cx="2741985" cy="243296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BC11E9A-6D13-834A-0FCD-E1FF0C926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277" y="839409"/>
            <a:ext cx="5706271" cy="35342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79F777B3-3E17-DF1C-BA99-3BFF42146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33722" y="4645262"/>
                <a:ext cx="5975380" cy="1847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Extraindo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𝑟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vemos que a resistência do ponto de operação está próxima da resistência de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500 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𝑘</m:t>
                    </m:r>
                    <m:r>
                      <m:rPr>
                        <m:sty m:val="p"/>
                      </m:rPr>
                      <a:rPr lang="pt-PT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Ω</m:t>
                    </m:r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que usamos</a:t>
                </a:r>
              </a:p>
            </p:txBody>
          </p:sp>
        </mc:Choice>
        <mc:Fallback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79F777B3-3E17-DF1C-BA99-3BFF42146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3722" y="4645262"/>
                <a:ext cx="5975380" cy="1847613"/>
              </a:xfrm>
              <a:blipFill>
                <a:blip r:embed="rId5"/>
                <a:stretch>
                  <a:fillRect l="-2143" t="-56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595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24510-AC85-B349-7BC3-D5F93CC1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EC026-9203-E372-7E51-22827882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 Ótimo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9EB373A4-2DB3-6E64-34EA-913B6F6F94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20049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Fazendo alguns testes (ainda precisa ser confirmado),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𝑅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para o ganho m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áximo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𝑟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dado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𝑜𝑣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&gt;0</m:t>
                    </m:r>
                  </m:oMath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Por exemplo, para</a:t>
                </a:r>
                <a14:m>
                  <m:oMath xmlns:m="http://schemas.openxmlformats.org/officeDocument/2006/math"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 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𝑣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𝑔𝑠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=0.53</m:t>
                    </m:r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𝑉</m:t>
                    </m:r>
                  </m:oMath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9EB373A4-2DB3-6E64-34EA-913B6F6F94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2004949"/>
              </a:xfrm>
              <a:blipFill>
                <a:blip r:embed="rId2"/>
                <a:stretch>
                  <a:fillRect l="-1096" t="-5167" b="-294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5A4966D5-8B2A-EC63-91B6-1AB072F8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" y="3732909"/>
            <a:ext cx="4968526" cy="25563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9EDA0A2A-9252-C60F-C81B-25CC2B9F51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5011107"/>
                <a:ext cx="3537857" cy="6279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𝑜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≈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830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𝑘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|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=1.2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𝑉</m:t>
                      </m:r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9EDA0A2A-9252-C60F-C81B-25CC2B9F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11107"/>
                <a:ext cx="3537857" cy="627969"/>
              </a:xfrm>
              <a:prstGeom prst="rect">
                <a:avLst/>
              </a:prstGeom>
              <a:blipFill>
                <a:blip r:embed="rId4"/>
                <a:stretch>
                  <a:fillRect l="-3448" t="-14563" r="-4655" b="-893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D0E0500-6BDB-461C-DFC0-D1CC19E8F4A9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5312229" y="4539343"/>
            <a:ext cx="783771" cy="785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48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B1D4-9F53-EA98-6F48-E6AE22B81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0B1F2-90B0-C367-4EC9-B8E005DF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Ponto de Operação Ótimo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3D4CAD18-04A0-0085-A4A0-507BE8177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20049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Se usarmos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𝑅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𝑟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𝐷𝐷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=2.4</m:t>
                    </m:r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𝑉</m:t>
                    </m:r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garantimos uma divis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ão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de tensão 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𝑑𝑠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=1.2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𝑉</m:t>
                    </m:r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o circuito apresenta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𝑣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=12.5</m:t>
                    </m:r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𝑜𝑣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=35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𝑚𝑉</m:t>
                    </m:r>
                  </m:oMath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3D4CAD18-04A0-0085-A4A0-507BE8177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2004949"/>
              </a:xfrm>
              <a:blipFill>
                <a:blip r:embed="rId2"/>
                <a:stretch>
                  <a:fillRect l="-1096" t="-5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DF65AABB-1955-9BA2-CD1B-A0B6D1F0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2960023"/>
            <a:ext cx="4968526" cy="25563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131EE1EE-7DD6-2D6B-737F-9227B6511D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1" y="4401507"/>
                <a:ext cx="3537857" cy="6279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𝑜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≈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830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𝑘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|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𝑔𝑠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=1.2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𝑉</m:t>
                      </m:r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131EE1EE-7DD6-2D6B-737F-9227B6511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4401507"/>
                <a:ext cx="3537857" cy="627969"/>
              </a:xfrm>
              <a:prstGeom prst="rect">
                <a:avLst/>
              </a:prstGeom>
              <a:blipFill>
                <a:blip r:embed="rId4"/>
                <a:stretch>
                  <a:fillRect l="-3448" t="-14563" r="-4655" b="-893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1E3716CE-1FBB-6574-9F6E-4383FC48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318" y="2813330"/>
            <a:ext cx="5594482" cy="282895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CA3CA6C-FA7D-0D5F-5053-0529D961691C}"/>
              </a:ext>
            </a:extLst>
          </p:cNvPr>
          <p:cNvSpPr/>
          <p:nvPr/>
        </p:nvSpPr>
        <p:spPr>
          <a:xfrm>
            <a:off x="7946571" y="3113314"/>
            <a:ext cx="1045029" cy="571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5341B55-9715-0F6F-27D3-71DC9CF3C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650" y="4401507"/>
            <a:ext cx="3027760" cy="1539539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B166D6C-2224-A6FA-F3AB-1A949EBB2156}"/>
              </a:ext>
            </a:extLst>
          </p:cNvPr>
          <p:cNvCxnSpPr>
            <a:endCxn id="8" idx="2"/>
          </p:cNvCxnSpPr>
          <p:nvPr/>
        </p:nvCxnSpPr>
        <p:spPr>
          <a:xfrm flipH="1" flipV="1">
            <a:off x="8469086" y="3684550"/>
            <a:ext cx="283028" cy="14643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30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9EE0-CC03-1169-7B21-B65C66B7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A9861-8822-AFCB-5EBB-21CFFB87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da Tensão de Overdrive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C97BF92-6076-A248-93E1-11D551294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O que vimos anteriormente está alinhado com o método da tensão de Overdrive que diz podemos calcular o ganho simplesmente por</a:t>
                </a: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:</a:t>
                </a: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𝑔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𝑚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𝑔𝑠</m:t>
                              </m:r>
                            </m:sub>
                          </m:s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𝑣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𝑔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𝑅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Dessa forma, poder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íamos fazer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𝑂𝑉</m:t>
                        </m:r>
                      </m:sub>
                    </m:sSub>
                    <m: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→0</m:t>
                    </m:r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para garantir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𝑣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→</m:t>
                    </m:r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∞</m:t>
                    </m:r>
                  </m:oMath>
                </a14:m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C97BF92-6076-A248-93E1-11D551294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  <a:blipFill>
                <a:blip r:embed="rId2"/>
                <a:stretch>
                  <a:fillRect l="-1096" t="-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025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2AAB-DE3D-C2EF-71EE-C559D63A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24567-F596-80D4-5D26-069D729F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gm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/Id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4699C5B-71D8-2957-46A1-DF21E1ECFA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Por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ém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fazendo uma manipulação da equação e ao plotar o gráfico de 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gm</a:t>
                </a: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/Id, vemos que a capacidade de ganho 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é limitada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𝑚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/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𝐼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</a:t>
                </a: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4699C5B-71D8-2957-46A1-DF21E1ECFA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  <a:blipFill>
                <a:blip r:embed="rId2"/>
                <a:stretch>
                  <a:fillRect l="-1096" t="-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8EA21B90-8788-B539-DEB3-9AE0C8AC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719" y="2576378"/>
            <a:ext cx="7001852" cy="35533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7A5DA43-1AA6-5345-BCA4-2F0BFBB2F291}"/>
                  </a:ext>
                </a:extLst>
              </p:cNvPr>
              <p:cNvSpPr txBox="1"/>
              <p:nvPr/>
            </p:nvSpPr>
            <p:spPr>
              <a:xfrm>
                <a:off x="838200" y="3166573"/>
                <a:ext cx="3483428" cy="1023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pt-PT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  <m:r>
                        <a:rPr lang="pt-PT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f>
                        <m:fPr>
                          <m:ctrlP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𝑔𝑠</m:t>
                              </m:r>
                            </m:sub>
                          </m:sSub>
                          <m:r>
                            <a:rPr lang="pt-PT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𝑡h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7A5DA43-1AA6-5345-BCA4-2F0BFBB2F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66573"/>
                <a:ext cx="3483428" cy="1023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21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0C9C-5142-AA0A-BBB6-3B0EC661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C39FD-83D8-28CC-2697-87F2C070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gm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/Id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473026C4-B5D4-A211-1FDD-A8C94834A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Assim vemos que temos uma 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“</a:t>
                </a: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limita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ção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” causada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𝑚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/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𝐼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. Ao entrar na região de maior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𝑚</m:t>
                        </m:r>
                      </m:sub>
                    </m:sSub>
                    <m:r>
                      <a:rPr lang="pt-PT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/</m:t>
                    </m:r>
                    <m:sSub>
                      <m:sSubPr>
                        <m:ctrlPr>
                          <a:rPr lang="pt-PT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PT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estamos na regi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ão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de 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subthreshold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onde conseguimos o melhor nível de amplificação, mas perdendo velocidade.</a:t>
                </a: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473026C4-B5D4-A211-1FDD-A8C94834A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  <a:blipFill>
                <a:blip r:embed="rId2"/>
                <a:stretch>
                  <a:fillRect l="-1096" t="-2088" r="-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E7CF4358-B8B4-C36B-DF0B-338B3C83E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8" y="3280673"/>
            <a:ext cx="6324469" cy="32122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DF11FAB-E790-C755-92B5-F5F50C8D2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79" y="3517773"/>
            <a:ext cx="5453743" cy="27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4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3D25E-CAF9-54B7-2F11-9584E463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E47D2-7864-E5E2-C6F6-9D8493D6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gm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/Id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1AAE4952-DC1A-0BB5-2459-6EF4CF1F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532908"/>
            <a:ext cx="11114314" cy="4959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Além disso, tal circuito pode ser não realizável devido os altos níveis de resistência requeridos (nesse caso, 100M</a:t>
            </a:r>
            <a:r>
              <a:rPr lang="el-G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Ω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) 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9EC64FE-DDF5-2C23-96E1-56A0D71F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64" y="3082343"/>
            <a:ext cx="5453743" cy="273800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964D8C-B76F-FA4A-29CE-2C0717F5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936" y="2683394"/>
            <a:ext cx="2412664" cy="353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14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49E8-421E-8FF2-ED15-5BF7B8FD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A62A9-01DE-964C-736B-EEE84B11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gm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/Id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5AAE55-6EE1-4F14-97E6-EDD7D2B1F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No caso em que o circuito está operando na região de maior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𝑚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/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𝐼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vemos que a 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tensão cai pela metade em 22MHz </a:t>
                </a: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D55AAE55-6EE1-4F14-97E6-EDD7D2B1F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  <a:blipFill>
                <a:blip r:embed="rId2"/>
                <a:stretch>
                  <a:fillRect l="-1096" t="-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7173A6E2-C0FD-BCBF-048C-FE2D3650A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13" y="2467027"/>
            <a:ext cx="10515601" cy="41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44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C0AB-F698-8DD6-A9FD-CF4CB7FA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3F292-6E0A-B7A1-97D6-6F1398BD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Método 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gm</a:t>
            </a: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/Id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431973BE-A5F6-62BC-E290-E7FC75945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Enquanto que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𝑂𝑉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=45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𝑚𝑉</m:t>
                    </m:r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, a queda de metade da tensão de saída ocorre em 2GHz </a:t>
                </a:r>
                <a:endParaRPr lang="pt-PT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431973BE-A5F6-62BC-E290-E7FC75945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532908"/>
                <a:ext cx="11114314" cy="4959967"/>
              </a:xfrm>
              <a:blipFill>
                <a:blip r:embed="rId2"/>
                <a:stretch>
                  <a:fillRect l="-1096" t="-2088" r="-10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63EE9E5D-9A75-3732-80CE-806FAE860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53711"/>
            <a:ext cx="10564699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3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CDB08-94D7-BD51-01C0-CBA93540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B26F6-49D7-0236-BF6D-EF3A470F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43" y="2259239"/>
            <a:ext cx="6150428" cy="265021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OBRIGADO!</a:t>
            </a: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E MÃOS A OBRA</a:t>
            </a:r>
          </a:p>
        </p:txBody>
      </p:sp>
    </p:spTree>
    <p:extLst>
      <p:ext uri="{BB962C8B-B14F-4D97-AF65-F5344CB8AC3E}">
        <p14:creationId xmlns:p14="http://schemas.microsoft.com/office/powerpoint/2010/main" val="2055148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593</Words>
  <Application>Microsoft Office PowerPoint</Application>
  <PresentationFormat>Widescreen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EurostileLTW04-BoldExt2</vt:lpstr>
      <vt:lpstr>Franklin Gothic Medium Cond</vt:lpstr>
      <vt:lpstr>Open Sans</vt:lpstr>
      <vt:lpstr>Tema do Office</vt:lpstr>
      <vt:lpstr>Grupo de Estudos em Microeletrônica de Radiofrequência</vt:lpstr>
      <vt:lpstr>Projeto de Amplificadores Vov e gm/Id</vt:lpstr>
      <vt:lpstr>Sumário</vt:lpstr>
      <vt:lpstr>Referências</vt:lpstr>
      <vt:lpstr>Introdução</vt:lpstr>
      <vt:lpstr>Introdução</vt:lpstr>
      <vt:lpstr>Ponto de Operação</vt:lpstr>
      <vt:lpstr>Ponto de Operação</vt:lpstr>
      <vt:lpstr>Ponto de Operação</vt:lpstr>
      <vt:lpstr>Ponto de Operação</vt:lpstr>
      <vt:lpstr>Ponto de Operação</vt:lpstr>
      <vt:lpstr>Ponto de Operação</vt:lpstr>
      <vt:lpstr>Ponto de Operação Ótimo</vt:lpstr>
      <vt:lpstr>Ponto de Operação Ótimo</vt:lpstr>
      <vt:lpstr>Método da Tensão de Overdrive</vt:lpstr>
      <vt:lpstr>Método gm/Id</vt:lpstr>
      <vt:lpstr>Método gm/Id</vt:lpstr>
      <vt:lpstr>Método gm/Id</vt:lpstr>
      <vt:lpstr>Método gm/Id</vt:lpstr>
      <vt:lpstr>Método gm/Id</vt:lpstr>
      <vt:lpstr>OBRIGADO!  E MÃOS A OBRA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Gurgel</dc:creator>
  <cp:lastModifiedBy>Nathan Gurgel</cp:lastModifiedBy>
  <cp:revision>2</cp:revision>
  <dcterms:created xsi:type="dcterms:W3CDTF">2025-08-09T19:39:37Z</dcterms:created>
  <dcterms:modified xsi:type="dcterms:W3CDTF">2025-09-21T23:37:49Z</dcterms:modified>
</cp:coreProperties>
</file>