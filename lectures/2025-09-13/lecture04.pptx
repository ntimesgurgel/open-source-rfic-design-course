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9" r:id="rId3"/>
    <p:sldId id="280" r:id="rId4"/>
    <p:sldId id="257" r:id="rId5"/>
    <p:sldId id="281" r:id="rId6"/>
    <p:sldId id="297" r:id="rId7"/>
    <p:sldId id="298" r:id="rId8"/>
    <p:sldId id="307" r:id="rId9"/>
    <p:sldId id="308" r:id="rId10"/>
    <p:sldId id="309" r:id="rId11"/>
    <p:sldId id="299" r:id="rId12"/>
    <p:sldId id="300" r:id="rId13"/>
    <p:sldId id="301" r:id="rId14"/>
    <p:sldId id="303" r:id="rId15"/>
    <p:sldId id="304" r:id="rId16"/>
    <p:sldId id="306" r:id="rId17"/>
    <p:sldId id="277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C2422-0015-4F12-948B-A842CC52B1E9}" v="1001" dt="2025-09-13T16:14:45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Gurgel" userId="25a4c336f2f0df70" providerId="LiveId" clId="{4D9A878A-7AAA-4B8A-9CF5-F2483BDAF3D4}"/>
    <pc:docChg chg="undo custSel addSld delSld modSld sldOrd modMainMaster">
      <pc:chgData name="Nathan Gurgel" userId="25a4c336f2f0df70" providerId="LiveId" clId="{4D9A878A-7AAA-4B8A-9CF5-F2483BDAF3D4}" dt="2025-08-09T22:04:33.228" v="5197"/>
      <pc:docMkLst>
        <pc:docMk/>
      </pc:docMkLst>
      <pc:sldChg chg="addSp delSp modSp new mod setBg">
        <pc:chgData name="Nathan Gurgel" userId="25a4c336f2f0df70" providerId="LiveId" clId="{4D9A878A-7AAA-4B8A-9CF5-F2483BDAF3D4}" dt="2025-08-09T20:27:21.836" v="1445" actId="20577"/>
        <pc:sldMkLst>
          <pc:docMk/>
          <pc:sldMk cId="3605044296" sldId="256"/>
        </pc:sldMkLst>
      </pc:sldChg>
      <pc:sldChg chg="addSp delSp modSp new mod setBg">
        <pc:chgData name="Nathan Gurgel" userId="25a4c336f2f0df70" providerId="LiveId" clId="{4D9A878A-7AAA-4B8A-9CF5-F2483BDAF3D4}" dt="2025-08-09T20:41:19.297" v="1823" actId="20577"/>
        <pc:sldMkLst>
          <pc:docMk/>
          <pc:sldMk cId="4078916280" sldId="257"/>
        </pc:sldMkLst>
      </pc:sldChg>
      <pc:sldChg chg="addSp delSp modSp add mod">
        <pc:chgData name="Nathan Gurgel" userId="25a4c336f2f0df70" providerId="LiveId" clId="{4D9A878A-7AAA-4B8A-9CF5-F2483BDAF3D4}" dt="2025-08-09T20:09:55.658" v="538" actId="1076"/>
        <pc:sldMkLst>
          <pc:docMk/>
          <pc:sldMk cId="1314506896" sldId="258"/>
        </pc:sldMkLst>
      </pc:sldChg>
      <pc:sldChg chg="new del">
        <pc:chgData name="Nathan Gurgel" userId="25a4c336f2f0df70" providerId="LiveId" clId="{4D9A878A-7AAA-4B8A-9CF5-F2483BDAF3D4}" dt="2025-08-09T20:08:42.860" v="371" actId="47"/>
        <pc:sldMkLst>
          <pc:docMk/>
          <pc:sldMk cId="1350628161" sldId="258"/>
        </pc:sldMkLst>
      </pc:sldChg>
      <pc:sldChg chg="addSp delSp modSp add mod">
        <pc:chgData name="Nathan Gurgel" userId="25a4c336f2f0df70" providerId="LiveId" clId="{4D9A878A-7AAA-4B8A-9CF5-F2483BDAF3D4}" dt="2025-08-09T20:18:21.375" v="1236" actId="1076"/>
        <pc:sldMkLst>
          <pc:docMk/>
          <pc:sldMk cId="2209230879" sldId="259"/>
        </pc:sldMkLst>
      </pc:sldChg>
      <pc:sldChg chg="addSp delSp modSp add mod ord">
        <pc:chgData name="Nathan Gurgel" userId="25a4c336f2f0df70" providerId="LiveId" clId="{4D9A878A-7AAA-4B8A-9CF5-F2483BDAF3D4}" dt="2025-08-09T20:27:01.171" v="1426" actId="1076"/>
        <pc:sldMkLst>
          <pc:docMk/>
          <pc:sldMk cId="1173941202" sldId="260"/>
        </pc:sldMkLst>
      </pc:sldChg>
      <pc:sldChg chg="addSp delSp modSp add del mod">
        <pc:chgData name="Nathan Gurgel" userId="25a4c336f2f0df70" providerId="LiveId" clId="{4D9A878A-7AAA-4B8A-9CF5-F2483BDAF3D4}" dt="2025-08-09T20:31:36.556" v="1499" actId="47"/>
        <pc:sldMkLst>
          <pc:docMk/>
          <pc:sldMk cId="2573253036" sldId="261"/>
        </pc:sldMkLst>
      </pc:sldChg>
      <pc:sldChg chg="addSp modSp add mod">
        <pc:chgData name="Nathan Gurgel" userId="25a4c336f2f0df70" providerId="LiveId" clId="{4D9A878A-7AAA-4B8A-9CF5-F2483BDAF3D4}" dt="2025-08-09T20:33:58.654" v="1583" actId="113"/>
        <pc:sldMkLst>
          <pc:docMk/>
          <pc:sldMk cId="362359853" sldId="262"/>
        </pc:sldMkLst>
      </pc:sldChg>
      <pc:sldChg chg="addSp delSp modSp add mod">
        <pc:chgData name="Nathan Gurgel" userId="25a4c336f2f0df70" providerId="LiveId" clId="{4D9A878A-7AAA-4B8A-9CF5-F2483BDAF3D4}" dt="2025-08-09T20:37:23.534" v="1694" actId="14100"/>
        <pc:sldMkLst>
          <pc:docMk/>
          <pc:sldMk cId="423001198" sldId="263"/>
        </pc:sldMkLst>
      </pc:sldChg>
      <pc:sldChg chg="addSp delSp modSp add mod">
        <pc:chgData name="Nathan Gurgel" userId="25a4c336f2f0df70" providerId="LiveId" clId="{4D9A878A-7AAA-4B8A-9CF5-F2483BDAF3D4}" dt="2025-08-09T20:57:40.085" v="2050" actId="1076"/>
        <pc:sldMkLst>
          <pc:docMk/>
          <pc:sldMk cId="2710489774" sldId="264"/>
        </pc:sldMkLst>
      </pc:sldChg>
      <pc:sldChg chg="addSp delSp modSp add mod">
        <pc:chgData name="Nathan Gurgel" userId="25a4c336f2f0df70" providerId="LiveId" clId="{4D9A878A-7AAA-4B8A-9CF5-F2483BDAF3D4}" dt="2025-08-09T21:10:23.198" v="2139" actId="1076"/>
        <pc:sldMkLst>
          <pc:docMk/>
          <pc:sldMk cId="2009367377" sldId="265"/>
        </pc:sldMkLst>
      </pc:sldChg>
      <pc:sldChg chg="addSp delSp modSp add mod">
        <pc:chgData name="Nathan Gurgel" userId="25a4c336f2f0df70" providerId="LiveId" clId="{4D9A878A-7AAA-4B8A-9CF5-F2483BDAF3D4}" dt="2025-08-09T21:13:54.283" v="2400" actId="1076"/>
        <pc:sldMkLst>
          <pc:docMk/>
          <pc:sldMk cId="1581287471" sldId="266"/>
        </pc:sldMkLst>
      </pc:sldChg>
      <pc:sldChg chg="addSp delSp modSp add mod">
        <pc:chgData name="Nathan Gurgel" userId="25a4c336f2f0df70" providerId="LiveId" clId="{4D9A878A-7AAA-4B8A-9CF5-F2483BDAF3D4}" dt="2025-08-09T21:19:54.979" v="2741" actId="20577"/>
        <pc:sldMkLst>
          <pc:docMk/>
          <pc:sldMk cId="1232001181" sldId="267"/>
        </pc:sldMkLst>
      </pc:sldChg>
      <pc:sldChg chg="addSp delSp modSp add mod">
        <pc:chgData name="Nathan Gurgel" userId="25a4c336f2f0df70" providerId="LiveId" clId="{4D9A878A-7AAA-4B8A-9CF5-F2483BDAF3D4}" dt="2025-08-09T21:23:51.612" v="3019" actId="20577"/>
        <pc:sldMkLst>
          <pc:docMk/>
          <pc:sldMk cId="1615588479" sldId="268"/>
        </pc:sldMkLst>
      </pc:sldChg>
      <pc:sldChg chg="addSp delSp modSp add mod">
        <pc:chgData name="Nathan Gurgel" userId="25a4c336f2f0df70" providerId="LiveId" clId="{4D9A878A-7AAA-4B8A-9CF5-F2483BDAF3D4}" dt="2025-08-09T21:32:22.974" v="3173" actId="1076"/>
        <pc:sldMkLst>
          <pc:docMk/>
          <pc:sldMk cId="1260444861" sldId="269"/>
        </pc:sldMkLst>
      </pc:sldChg>
      <pc:sldChg chg="addSp delSp modSp add mod">
        <pc:chgData name="Nathan Gurgel" userId="25a4c336f2f0df70" providerId="LiveId" clId="{4D9A878A-7AAA-4B8A-9CF5-F2483BDAF3D4}" dt="2025-08-09T21:35:24.985" v="3328" actId="20577"/>
        <pc:sldMkLst>
          <pc:docMk/>
          <pc:sldMk cId="2920410790" sldId="270"/>
        </pc:sldMkLst>
      </pc:sldChg>
      <pc:sldChg chg="delSp modSp add mod">
        <pc:chgData name="Nathan Gurgel" userId="25a4c336f2f0df70" providerId="LiveId" clId="{4D9A878A-7AAA-4B8A-9CF5-F2483BDAF3D4}" dt="2025-08-09T21:37:57.232" v="3541" actId="14100"/>
        <pc:sldMkLst>
          <pc:docMk/>
          <pc:sldMk cId="2265293554" sldId="271"/>
        </pc:sldMkLst>
      </pc:sldChg>
      <pc:sldChg chg="modSp add mod">
        <pc:chgData name="Nathan Gurgel" userId="25a4c336f2f0df70" providerId="LiveId" clId="{4D9A878A-7AAA-4B8A-9CF5-F2483BDAF3D4}" dt="2025-08-09T21:39:30.589" v="3787" actId="14100"/>
        <pc:sldMkLst>
          <pc:docMk/>
          <pc:sldMk cId="2848498186" sldId="272"/>
        </pc:sldMkLst>
      </pc:sldChg>
      <pc:sldChg chg="addSp modSp add mod">
        <pc:chgData name="Nathan Gurgel" userId="25a4c336f2f0df70" providerId="LiveId" clId="{4D9A878A-7AAA-4B8A-9CF5-F2483BDAF3D4}" dt="2025-08-09T21:49:35.751" v="4162" actId="20577"/>
        <pc:sldMkLst>
          <pc:docMk/>
          <pc:sldMk cId="2825587910" sldId="273"/>
        </pc:sldMkLst>
      </pc:sldChg>
      <pc:sldChg chg="delSp modSp add del mod">
        <pc:chgData name="Nathan Gurgel" userId="25a4c336f2f0df70" providerId="LiveId" clId="{4D9A878A-7AAA-4B8A-9CF5-F2483BDAF3D4}" dt="2025-08-09T21:55:20.717" v="4506" actId="47"/>
        <pc:sldMkLst>
          <pc:docMk/>
          <pc:sldMk cId="1600558634" sldId="274"/>
        </pc:sldMkLst>
      </pc:sldChg>
      <pc:sldChg chg="addSp delSp modSp add mod">
        <pc:chgData name="Nathan Gurgel" userId="25a4c336f2f0df70" providerId="LiveId" clId="{4D9A878A-7AAA-4B8A-9CF5-F2483BDAF3D4}" dt="2025-08-09T21:55:15.290" v="4505" actId="1076"/>
        <pc:sldMkLst>
          <pc:docMk/>
          <pc:sldMk cId="725298935" sldId="275"/>
        </pc:sldMkLst>
      </pc:sldChg>
      <pc:sldChg chg="delSp modSp add mod">
        <pc:chgData name="Nathan Gurgel" userId="25a4c336f2f0df70" providerId="LiveId" clId="{4D9A878A-7AAA-4B8A-9CF5-F2483BDAF3D4}" dt="2025-08-09T21:59:07.102" v="4864" actId="20577"/>
        <pc:sldMkLst>
          <pc:docMk/>
          <pc:sldMk cId="3392781906" sldId="276"/>
        </pc:sldMkLst>
      </pc:sldChg>
      <pc:sldChg chg="delSp modSp add mod setBg">
        <pc:chgData name="Nathan Gurgel" userId="25a4c336f2f0df70" providerId="LiveId" clId="{4D9A878A-7AAA-4B8A-9CF5-F2483BDAF3D4}" dt="2025-08-09T22:04:33.228" v="5197"/>
        <pc:sldMkLst>
          <pc:docMk/>
          <pc:sldMk cId="2055148596" sldId="277"/>
        </pc:sldMkLst>
      </pc:sldChg>
      <pc:sldChg chg="delSp modSp add mod">
        <pc:chgData name="Nathan Gurgel" userId="25a4c336f2f0df70" providerId="LiveId" clId="{4D9A878A-7AAA-4B8A-9CF5-F2483BDAF3D4}" dt="2025-08-09T22:03:53.650" v="5195" actId="20577"/>
        <pc:sldMkLst>
          <pc:docMk/>
          <pc:sldMk cId="1278808268" sldId="278"/>
        </pc:sldMkLst>
      </pc:sldChg>
      <pc:sldMasterChg chg="setBg modSldLayout">
        <pc:chgData name="Nathan Gurgel" userId="25a4c336f2f0df70" providerId="LiveId" clId="{4D9A878A-7AAA-4B8A-9CF5-F2483BDAF3D4}" dt="2025-08-09T20:06:48.716" v="321"/>
        <pc:sldMasterMkLst>
          <pc:docMk/>
          <pc:sldMasterMk cId="3123227962" sldId="2147483648"/>
        </pc:sldMasterMkLst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102850629" sldId="2147483649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491353223" sldId="2147483650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174924965" sldId="2147483651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131326597" sldId="2147483652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1141188916" sldId="2147483653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75156427" sldId="2147483654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214830796" sldId="2147483655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394528572" sldId="2147483656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06916262" sldId="2147483657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2288274557" sldId="2147483658"/>
          </pc:sldLayoutMkLst>
        </pc:sldLayoutChg>
        <pc:sldLayoutChg chg="setBg">
          <pc:chgData name="Nathan Gurgel" userId="25a4c336f2f0df70" providerId="LiveId" clId="{4D9A878A-7AAA-4B8A-9CF5-F2483BDAF3D4}" dt="2025-08-09T20:06:48.716" v="321"/>
          <pc:sldLayoutMkLst>
            <pc:docMk/>
            <pc:sldMasterMk cId="3123227962" sldId="2147483648"/>
            <pc:sldLayoutMk cId="3562320367" sldId="2147483659"/>
          </pc:sldLayoutMkLst>
        </pc:sldLayoutChg>
      </pc:sldMasterChg>
    </pc:docChg>
  </pc:docChgLst>
  <pc:docChgLst>
    <pc:chgData name="Nathan Gurgel" userId="25a4c336f2f0df70" providerId="LiveId" clId="{87C1BFCA-7DC9-4E8A-A70F-FB12F2B7065E}"/>
    <pc:docChg chg="undo custSel addSld delSld modSld sldOrd">
      <pc:chgData name="Nathan Gurgel" userId="25a4c336f2f0df70" providerId="LiveId" clId="{87C1BFCA-7DC9-4E8A-A70F-FB12F2B7065E}" dt="2025-08-21T22:24:35.854" v="2767" actId="14100"/>
      <pc:docMkLst>
        <pc:docMk/>
      </pc:docMkLst>
      <pc:sldChg chg="addSp delSp modSp mod">
        <pc:chgData name="Nathan Gurgel" userId="25a4c336f2f0df70" providerId="LiveId" clId="{87C1BFCA-7DC9-4E8A-A70F-FB12F2B7065E}" dt="2025-08-14T15:28:11.323" v="254"/>
        <pc:sldMkLst>
          <pc:docMk/>
          <pc:sldMk cId="4078916280" sldId="257"/>
        </pc:sldMkLst>
        <pc:spChg chg="mod">
          <ac:chgData name="Nathan Gurgel" userId="25a4c336f2f0df70" providerId="LiveId" clId="{87C1BFCA-7DC9-4E8A-A70F-FB12F2B7065E}" dt="2025-08-14T15:12:35.631" v="107" actId="20577"/>
          <ac:spMkLst>
            <pc:docMk/>
            <pc:sldMk cId="4078916280" sldId="257"/>
            <ac:spMk id="2" creationId="{02680B92-200C-A02F-3789-3B047F4892DE}"/>
          </ac:spMkLst>
        </pc:spChg>
        <pc:spChg chg="add mod">
          <ac:chgData name="Nathan Gurgel" userId="25a4c336f2f0df70" providerId="LiveId" clId="{87C1BFCA-7DC9-4E8A-A70F-FB12F2B7065E}" dt="2025-08-14T15:14:03.641" v="135" actId="1076"/>
          <ac:spMkLst>
            <pc:docMk/>
            <pc:sldMk cId="4078916280" sldId="257"/>
            <ac:spMk id="7" creationId="{3BE96935-A3BC-DED3-763B-01726B7E159D}"/>
          </ac:spMkLst>
        </pc:spChg>
        <pc:spChg chg="add mod">
          <ac:chgData name="Nathan Gurgel" userId="25a4c336f2f0df70" providerId="LiveId" clId="{87C1BFCA-7DC9-4E8A-A70F-FB12F2B7065E}" dt="2025-08-14T15:22:17.567" v="165" actId="1076"/>
          <ac:spMkLst>
            <pc:docMk/>
            <pc:sldMk cId="4078916280" sldId="257"/>
            <ac:spMk id="8" creationId="{CEDBBC3F-1160-D70E-D8F3-C759A6F364F1}"/>
          </ac:spMkLst>
        </pc:spChg>
        <pc:spChg chg="add mod">
          <ac:chgData name="Nathan Gurgel" userId="25a4c336f2f0df70" providerId="LiveId" clId="{87C1BFCA-7DC9-4E8A-A70F-FB12F2B7065E}" dt="2025-08-14T15:24:35.313" v="203" actId="1076"/>
          <ac:spMkLst>
            <pc:docMk/>
            <pc:sldMk cId="4078916280" sldId="257"/>
            <ac:spMk id="9" creationId="{FB4BB11A-3C07-0132-3A00-A92132FF2657}"/>
          </ac:spMkLst>
        </pc:spChg>
        <pc:spChg chg="add del mod">
          <ac:chgData name="Nathan Gurgel" userId="25a4c336f2f0df70" providerId="LiveId" clId="{87C1BFCA-7DC9-4E8A-A70F-FB12F2B7065E}" dt="2025-08-14T15:26:45.443" v="233" actId="1076"/>
          <ac:spMkLst>
            <pc:docMk/>
            <pc:sldMk cId="4078916280" sldId="257"/>
            <ac:spMk id="13" creationId="{34F1E3B8-8E35-B81E-8298-5F2E0EDC81BD}"/>
          </ac:spMkLst>
        </pc:spChg>
        <pc:spChg chg="add mod">
          <ac:chgData name="Nathan Gurgel" userId="25a4c336f2f0df70" providerId="LiveId" clId="{87C1BFCA-7DC9-4E8A-A70F-FB12F2B7065E}" dt="2025-08-14T15:27:51.898" v="251"/>
          <ac:spMkLst>
            <pc:docMk/>
            <pc:sldMk cId="4078916280" sldId="257"/>
            <ac:spMk id="19" creationId="{C44E515B-12FB-D4C5-49B2-462DF6FE0392}"/>
          </ac:spMkLst>
        </pc:spChg>
        <pc:picChg chg="add mod">
          <ac:chgData name="Nathan Gurgel" userId="25a4c336f2f0df70" providerId="LiveId" clId="{87C1BFCA-7DC9-4E8A-A70F-FB12F2B7065E}" dt="2025-08-14T15:28:08.140" v="253"/>
          <ac:picMkLst>
            <pc:docMk/>
            <pc:sldMk cId="4078916280" sldId="257"/>
            <ac:picMk id="12" creationId="{ED02A9ED-86C6-54E4-3392-635467549996}"/>
          </ac:picMkLst>
        </pc:picChg>
        <pc:picChg chg="add mod">
          <ac:chgData name="Nathan Gurgel" userId="25a4c336f2f0df70" providerId="LiveId" clId="{87C1BFCA-7DC9-4E8A-A70F-FB12F2B7065E}" dt="2025-08-14T15:27:55.759" v="252"/>
          <ac:picMkLst>
            <pc:docMk/>
            <pc:sldMk cId="4078916280" sldId="257"/>
            <ac:picMk id="17" creationId="{8E5CC4AE-AD0B-D6B7-8200-93A5C972CBD6}"/>
          </ac:picMkLst>
        </pc:picChg>
        <pc:picChg chg="add mod">
          <ac:chgData name="Nathan Gurgel" userId="25a4c336f2f0df70" providerId="LiveId" clId="{87C1BFCA-7DC9-4E8A-A70F-FB12F2B7065E}" dt="2025-08-14T15:25:43.131" v="210" actId="1076"/>
          <ac:picMkLst>
            <pc:docMk/>
            <pc:sldMk cId="4078916280" sldId="257"/>
            <ac:picMk id="1026" creationId="{18B1DC70-E1F1-85F9-A9D5-9D8BB4E6D84C}"/>
          </ac:picMkLst>
        </pc:picChg>
        <pc:picChg chg="add mod">
          <ac:chgData name="Nathan Gurgel" userId="25a4c336f2f0df70" providerId="LiveId" clId="{87C1BFCA-7DC9-4E8A-A70F-FB12F2B7065E}" dt="2025-08-14T15:24:35.313" v="203" actId="1076"/>
          <ac:picMkLst>
            <pc:docMk/>
            <pc:sldMk cId="4078916280" sldId="257"/>
            <ac:picMk id="1028" creationId="{AEA2149F-7559-DFEC-778D-C124C710BCBB}"/>
          </ac:picMkLst>
        </pc:picChg>
        <pc:picChg chg="add mod">
          <ac:chgData name="Nathan Gurgel" userId="25a4c336f2f0df70" providerId="LiveId" clId="{87C1BFCA-7DC9-4E8A-A70F-FB12F2B7065E}" dt="2025-08-14T15:24:35.313" v="203" actId="1076"/>
          <ac:picMkLst>
            <pc:docMk/>
            <pc:sldMk cId="4078916280" sldId="257"/>
            <ac:picMk id="1030" creationId="{38773D12-2D46-A17E-CB2C-7836EF938B4A}"/>
          </ac:picMkLst>
        </pc:picChg>
        <pc:picChg chg="add mod">
          <ac:chgData name="Nathan Gurgel" userId="25a4c336f2f0df70" providerId="LiveId" clId="{87C1BFCA-7DC9-4E8A-A70F-FB12F2B7065E}" dt="2025-08-14T15:28:11.323" v="254"/>
          <ac:picMkLst>
            <pc:docMk/>
            <pc:sldMk cId="4078916280" sldId="257"/>
            <ac:picMk id="1034" creationId="{A101E8D2-85AC-03A1-2D57-62C3B2E0666F}"/>
          </ac:picMkLst>
        </pc:picChg>
        <pc:picChg chg="add mod">
          <ac:chgData name="Nathan Gurgel" userId="25a4c336f2f0df70" providerId="LiveId" clId="{87C1BFCA-7DC9-4E8A-A70F-FB12F2B7065E}" dt="2025-08-14T15:27:42.211" v="250"/>
          <ac:picMkLst>
            <pc:docMk/>
            <pc:sldMk cId="4078916280" sldId="257"/>
            <ac:picMk id="1036" creationId="{0B685839-3E1E-125D-BC3E-C0B14E5BB516}"/>
          </ac:picMkLst>
        </pc:picChg>
        <pc:cxnChg chg="add mod">
          <ac:chgData name="Nathan Gurgel" userId="25a4c336f2f0df70" providerId="LiveId" clId="{87C1BFCA-7DC9-4E8A-A70F-FB12F2B7065E}" dt="2025-08-14T15:26:38.963" v="230" actId="208"/>
          <ac:cxnSpMkLst>
            <pc:docMk/>
            <pc:sldMk cId="4078916280" sldId="257"/>
            <ac:cxnSpMk id="15" creationId="{EFD9DF13-2AC2-DD64-B0BF-45CD9E39A939}"/>
          </ac:cxnSpMkLst>
        </pc:cxnChg>
        <pc:cxnChg chg="add mod">
          <ac:chgData name="Nathan Gurgel" userId="25a4c336f2f0df70" providerId="LiveId" clId="{87C1BFCA-7DC9-4E8A-A70F-FB12F2B7065E}" dt="2025-08-14T15:26:42.968" v="232" actId="1076"/>
          <ac:cxnSpMkLst>
            <pc:docMk/>
            <pc:sldMk cId="4078916280" sldId="257"/>
            <ac:cxnSpMk id="16" creationId="{05013FD8-3045-3CE6-1487-19B9C4C2C7C4}"/>
          </ac:cxnSpMkLst>
        </pc:cxnChg>
      </pc:sldChg>
      <pc:sldChg chg="addSp delSp modSp del mod">
        <pc:chgData name="Nathan Gurgel" userId="25a4c336f2f0df70" providerId="LiveId" clId="{87C1BFCA-7DC9-4E8A-A70F-FB12F2B7065E}" dt="2025-08-14T15:39:14.601" v="258" actId="47"/>
        <pc:sldMkLst>
          <pc:docMk/>
          <pc:sldMk cId="1314506896" sldId="258"/>
        </pc:sldMkLst>
      </pc:sldChg>
      <pc:sldChg chg="del">
        <pc:chgData name="Nathan Gurgel" userId="25a4c336f2f0df70" providerId="LiveId" clId="{87C1BFCA-7DC9-4E8A-A70F-FB12F2B7065E}" dt="2025-08-14T15:12:19.163" v="95" actId="47"/>
        <pc:sldMkLst>
          <pc:docMk/>
          <pc:sldMk cId="2209230879" sldId="259"/>
        </pc:sldMkLst>
      </pc:sldChg>
      <pc:sldChg chg="del">
        <pc:chgData name="Nathan Gurgel" userId="25a4c336f2f0df70" providerId="LiveId" clId="{87C1BFCA-7DC9-4E8A-A70F-FB12F2B7065E}" dt="2025-08-14T15:39:21.419" v="262" actId="47"/>
        <pc:sldMkLst>
          <pc:docMk/>
          <pc:sldMk cId="1173941202" sldId="260"/>
        </pc:sldMkLst>
      </pc:sldChg>
      <pc:sldChg chg="del">
        <pc:chgData name="Nathan Gurgel" userId="25a4c336f2f0df70" providerId="LiveId" clId="{87C1BFCA-7DC9-4E8A-A70F-FB12F2B7065E}" dt="2025-08-14T15:39:22.394" v="263" actId="47"/>
        <pc:sldMkLst>
          <pc:docMk/>
          <pc:sldMk cId="362359853" sldId="262"/>
        </pc:sldMkLst>
      </pc:sldChg>
      <pc:sldChg chg="del">
        <pc:chgData name="Nathan Gurgel" userId="25a4c336f2f0df70" providerId="LiveId" clId="{87C1BFCA-7DC9-4E8A-A70F-FB12F2B7065E}" dt="2025-08-14T15:39:23.652" v="264" actId="47"/>
        <pc:sldMkLst>
          <pc:docMk/>
          <pc:sldMk cId="423001198" sldId="263"/>
        </pc:sldMkLst>
      </pc:sldChg>
      <pc:sldChg chg="del">
        <pc:chgData name="Nathan Gurgel" userId="25a4c336f2f0df70" providerId="LiveId" clId="{87C1BFCA-7DC9-4E8A-A70F-FB12F2B7065E}" dt="2025-08-14T15:39:31.852" v="266" actId="47"/>
        <pc:sldMkLst>
          <pc:docMk/>
          <pc:sldMk cId="2710489774" sldId="264"/>
        </pc:sldMkLst>
      </pc:sldChg>
      <pc:sldChg chg="del">
        <pc:chgData name="Nathan Gurgel" userId="25a4c336f2f0df70" providerId="LiveId" clId="{87C1BFCA-7DC9-4E8A-A70F-FB12F2B7065E}" dt="2025-08-14T15:39:32.793" v="267" actId="47"/>
        <pc:sldMkLst>
          <pc:docMk/>
          <pc:sldMk cId="2009367377" sldId="265"/>
        </pc:sldMkLst>
      </pc:sldChg>
      <pc:sldChg chg="del">
        <pc:chgData name="Nathan Gurgel" userId="25a4c336f2f0df70" providerId="LiveId" clId="{87C1BFCA-7DC9-4E8A-A70F-FB12F2B7065E}" dt="2025-08-14T15:39:33.754" v="268" actId="47"/>
        <pc:sldMkLst>
          <pc:docMk/>
          <pc:sldMk cId="1581287471" sldId="266"/>
        </pc:sldMkLst>
      </pc:sldChg>
      <pc:sldChg chg="del">
        <pc:chgData name="Nathan Gurgel" userId="25a4c336f2f0df70" providerId="LiveId" clId="{87C1BFCA-7DC9-4E8A-A70F-FB12F2B7065E}" dt="2025-08-14T15:39:34.569" v="269" actId="47"/>
        <pc:sldMkLst>
          <pc:docMk/>
          <pc:sldMk cId="1232001181" sldId="267"/>
        </pc:sldMkLst>
      </pc:sldChg>
      <pc:sldChg chg="del">
        <pc:chgData name="Nathan Gurgel" userId="25a4c336f2f0df70" providerId="LiveId" clId="{87C1BFCA-7DC9-4E8A-A70F-FB12F2B7065E}" dt="2025-08-14T15:39:35.420" v="270" actId="47"/>
        <pc:sldMkLst>
          <pc:docMk/>
          <pc:sldMk cId="1615588479" sldId="268"/>
        </pc:sldMkLst>
      </pc:sldChg>
      <pc:sldChg chg="del">
        <pc:chgData name="Nathan Gurgel" userId="25a4c336f2f0df70" providerId="LiveId" clId="{87C1BFCA-7DC9-4E8A-A70F-FB12F2B7065E}" dt="2025-08-14T15:39:36.721" v="271" actId="47"/>
        <pc:sldMkLst>
          <pc:docMk/>
          <pc:sldMk cId="1260444861" sldId="269"/>
        </pc:sldMkLst>
      </pc:sldChg>
      <pc:sldChg chg="del">
        <pc:chgData name="Nathan Gurgel" userId="25a4c336f2f0df70" providerId="LiveId" clId="{87C1BFCA-7DC9-4E8A-A70F-FB12F2B7065E}" dt="2025-08-14T15:39:37.669" v="272" actId="47"/>
        <pc:sldMkLst>
          <pc:docMk/>
          <pc:sldMk cId="2920410790" sldId="270"/>
        </pc:sldMkLst>
      </pc:sldChg>
      <pc:sldChg chg="del">
        <pc:chgData name="Nathan Gurgel" userId="25a4c336f2f0df70" providerId="LiveId" clId="{87C1BFCA-7DC9-4E8A-A70F-FB12F2B7065E}" dt="2025-08-14T15:39:38.966" v="273" actId="47"/>
        <pc:sldMkLst>
          <pc:docMk/>
          <pc:sldMk cId="2265293554" sldId="271"/>
        </pc:sldMkLst>
      </pc:sldChg>
      <pc:sldChg chg="del">
        <pc:chgData name="Nathan Gurgel" userId="25a4c336f2f0df70" providerId="LiveId" clId="{87C1BFCA-7DC9-4E8A-A70F-FB12F2B7065E}" dt="2025-08-14T15:39:40.539" v="274" actId="47"/>
        <pc:sldMkLst>
          <pc:docMk/>
          <pc:sldMk cId="2848498186" sldId="272"/>
        </pc:sldMkLst>
      </pc:sldChg>
      <pc:sldChg chg="del">
        <pc:chgData name="Nathan Gurgel" userId="25a4c336f2f0df70" providerId="LiveId" clId="{87C1BFCA-7DC9-4E8A-A70F-FB12F2B7065E}" dt="2025-08-14T15:39:41.572" v="275" actId="47"/>
        <pc:sldMkLst>
          <pc:docMk/>
          <pc:sldMk cId="2825587910" sldId="273"/>
        </pc:sldMkLst>
      </pc:sldChg>
      <pc:sldChg chg="del">
        <pc:chgData name="Nathan Gurgel" userId="25a4c336f2f0df70" providerId="LiveId" clId="{87C1BFCA-7DC9-4E8A-A70F-FB12F2B7065E}" dt="2025-08-14T15:39:43.312" v="276" actId="47"/>
        <pc:sldMkLst>
          <pc:docMk/>
          <pc:sldMk cId="725298935" sldId="275"/>
        </pc:sldMkLst>
      </pc:sldChg>
      <pc:sldChg chg="del">
        <pc:chgData name="Nathan Gurgel" userId="25a4c336f2f0df70" providerId="LiveId" clId="{87C1BFCA-7DC9-4E8A-A70F-FB12F2B7065E}" dt="2025-08-14T15:39:46.185" v="277" actId="47"/>
        <pc:sldMkLst>
          <pc:docMk/>
          <pc:sldMk cId="3392781906" sldId="276"/>
        </pc:sldMkLst>
      </pc:sldChg>
      <pc:sldChg chg="del">
        <pc:chgData name="Nathan Gurgel" userId="25a4c336f2f0df70" providerId="LiveId" clId="{87C1BFCA-7DC9-4E8A-A70F-FB12F2B7065E}" dt="2025-08-14T15:39:30.262" v="265" actId="47"/>
        <pc:sldMkLst>
          <pc:docMk/>
          <pc:sldMk cId="1278808268" sldId="278"/>
        </pc:sldMkLst>
      </pc:sldChg>
      <pc:sldChg chg="modSp add mod">
        <pc:chgData name="Nathan Gurgel" userId="25a4c336f2f0df70" providerId="LiveId" clId="{87C1BFCA-7DC9-4E8A-A70F-FB12F2B7065E}" dt="2025-08-14T14:03:45.344" v="27" actId="20577"/>
        <pc:sldMkLst>
          <pc:docMk/>
          <pc:sldMk cId="4123654992" sldId="279"/>
        </pc:sldMkLst>
        <pc:spChg chg="mod">
          <ac:chgData name="Nathan Gurgel" userId="25a4c336f2f0df70" providerId="LiveId" clId="{87C1BFCA-7DC9-4E8A-A70F-FB12F2B7065E}" dt="2025-08-14T14:03:45.344" v="27" actId="20577"/>
          <ac:spMkLst>
            <pc:docMk/>
            <pc:sldMk cId="4123654992" sldId="279"/>
            <ac:spMk id="2" creationId="{E8737519-D1A6-0EB8-EA51-28104CCA97A1}"/>
          </ac:spMkLst>
        </pc:spChg>
      </pc:sldChg>
      <pc:sldChg chg="modSp add mod ord">
        <pc:chgData name="Nathan Gurgel" userId="25a4c336f2f0df70" providerId="LiveId" clId="{87C1BFCA-7DC9-4E8A-A70F-FB12F2B7065E}" dt="2025-08-21T00:17:15.059" v="441" actId="20577"/>
        <pc:sldMkLst>
          <pc:docMk/>
          <pc:sldMk cId="1129900284" sldId="280"/>
        </pc:sldMkLst>
        <pc:spChg chg="mod">
          <ac:chgData name="Nathan Gurgel" userId="25a4c336f2f0df70" providerId="LiveId" clId="{87C1BFCA-7DC9-4E8A-A70F-FB12F2B7065E}" dt="2025-08-21T00:17:15.059" v="441" actId="20577"/>
          <ac:spMkLst>
            <pc:docMk/>
            <pc:sldMk cId="1129900284" sldId="280"/>
            <ac:spMk id="3" creationId="{096D8001-29A9-ADF8-E8D4-8F5E9FB75AD9}"/>
          </ac:spMkLst>
        </pc:spChg>
      </pc:sldChg>
      <pc:sldChg chg="modSp add mod ord">
        <pc:chgData name="Nathan Gurgel" userId="25a4c336f2f0df70" providerId="LiveId" clId="{87C1BFCA-7DC9-4E8A-A70F-FB12F2B7065E}" dt="2025-08-14T15:41:12.370" v="435" actId="20577"/>
        <pc:sldMkLst>
          <pc:docMk/>
          <pc:sldMk cId="568792205" sldId="281"/>
        </pc:sldMkLst>
        <pc:spChg chg="mod">
          <ac:chgData name="Nathan Gurgel" userId="25a4c336f2f0df70" providerId="LiveId" clId="{87C1BFCA-7DC9-4E8A-A70F-FB12F2B7065E}" dt="2025-08-14T15:39:57.515" v="299" actId="20577"/>
          <ac:spMkLst>
            <pc:docMk/>
            <pc:sldMk cId="568792205" sldId="281"/>
            <ac:spMk id="2" creationId="{E198A1AD-AC52-DFED-AB52-34FF213C087A}"/>
          </ac:spMkLst>
        </pc:spChg>
      </pc:sldChg>
      <pc:sldChg chg="addSp delSp modSp add mod modAnim">
        <pc:chgData name="Nathan Gurgel" userId="25a4c336f2f0df70" providerId="LiveId" clId="{87C1BFCA-7DC9-4E8A-A70F-FB12F2B7065E}" dt="2025-08-21T00:19:29.689" v="458" actId="1076"/>
        <pc:sldMkLst>
          <pc:docMk/>
          <pc:sldMk cId="1661238238" sldId="282"/>
        </pc:sldMkLst>
      </pc:sldChg>
      <pc:sldChg chg="addSp delSp modSp add mod delAnim modAnim">
        <pc:chgData name="Nathan Gurgel" userId="25a4c336f2f0df70" providerId="LiveId" clId="{87C1BFCA-7DC9-4E8A-A70F-FB12F2B7065E}" dt="2025-08-21T00:31:56.668" v="462" actId="1076"/>
        <pc:sldMkLst>
          <pc:docMk/>
          <pc:sldMk cId="1188370199" sldId="283"/>
        </pc:sldMkLst>
      </pc:sldChg>
      <pc:sldChg chg="new del">
        <pc:chgData name="Nathan Gurgel" userId="25a4c336f2f0df70" providerId="LiveId" clId="{87C1BFCA-7DC9-4E8A-A70F-FB12F2B7065E}" dt="2025-08-21T00:16:59.593" v="438" actId="47"/>
        <pc:sldMkLst>
          <pc:docMk/>
          <pc:sldMk cId="2748624051" sldId="283"/>
        </pc:sldMkLst>
      </pc:sldChg>
      <pc:sldChg chg="addSp delSp modSp add mod delAnim">
        <pc:chgData name="Nathan Gurgel" userId="25a4c336f2f0df70" providerId="LiveId" clId="{87C1BFCA-7DC9-4E8A-A70F-FB12F2B7065E}" dt="2025-08-21T10:08:03.107" v="808" actId="20577"/>
        <pc:sldMkLst>
          <pc:docMk/>
          <pc:sldMk cId="3822011776" sldId="284"/>
        </pc:sldMkLst>
      </pc:sldChg>
      <pc:sldChg chg="addSp delSp modSp add del mod">
        <pc:chgData name="Nathan Gurgel" userId="25a4c336f2f0df70" providerId="LiveId" clId="{87C1BFCA-7DC9-4E8A-A70F-FB12F2B7065E}" dt="2025-08-21T10:09:56.743" v="828" actId="47"/>
        <pc:sldMkLst>
          <pc:docMk/>
          <pc:sldMk cId="1584848750" sldId="285"/>
        </pc:sldMkLst>
      </pc:sldChg>
      <pc:sldChg chg="addSp modSp add mod">
        <pc:chgData name="Nathan Gurgel" userId="25a4c336f2f0df70" providerId="LiveId" clId="{87C1BFCA-7DC9-4E8A-A70F-FB12F2B7065E}" dt="2025-08-21T10:14:39.616" v="963" actId="20577"/>
        <pc:sldMkLst>
          <pc:docMk/>
          <pc:sldMk cId="2211865788" sldId="285"/>
        </pc:sldMkLst>
      </pc:sldChg>
      <pc:sldChg chg="modSp add del mod">
        <pc:chgData name="Nathan Gurgel" userId="25a4c336f2f0df70" providerId="LiveId" clId="{87C1BFCA-7DC9-4E8A-A70F-FB12F2B7065E}" dt="2025-08-21T10:36:48.257" v="1187" actId="47"/>
        <pc:sldMkLst>
          <pc:docMk/>
          <pc:sldMk cId="4214832575" sldId="286"/>
        </pc:sldMkLst>
      </pc:sldChg>
      <pc:sldChg chg="addSp delSp modSp add mod">
        <pc:chgData name="Nathan Gurgel" userId="25a4c336f2f0df70" providerId="LiveId" clId="{87C1BFCA-7DC9-4E8A-A70F-FB12F2B7065E}" dt="2025-08-21T10:30:57.742" v="1172" actId="1076"/>
        <pc:sldMkLst>
          <pc:docMk/>
          <pc:sldMk cId="565589606" sldId="287"/>
        </pc:sldMkLst>
      </pc:sldChg>
      <pc:sldChg chg="addSp delSp modSp add mod">
        <pc:chgData name="Nathan Gurgel" userId="25a4c336f2f0df70" providerId="LiveId" clId="{87C1BFCA-7DC9-4E8A-A70F-FB12F2B7065E}" dt="2025-08-21T10:41:58.262" v="1243" actId="20577"/>
        <pc:sldMkLst>
          <pc:docMk/>
          <pc:sldMk cId="3203167613" sldId="288"/>
        </pc:sldMkLst>
      </pc:sldChg>
      <pc:sldChg chg="addSp delSp modSp add mod">
        <pc:chgData name="Nathan Gurgel" userId="25a4c336f2f0df70" providerId="LiveId" clId="{87C1BFCA-7DC9-4E8A-A70F-FB12F2B7065E}" dt="2025-08-21T14:17:38.521" v="1652" actId="1076"/>
        <pc:sldMkLst>
          <pc:docMk/>
          <pc:sldMk cId="757097566" sldId="289"/>
        </pc:sldMkLst>
      </pc:sldChg>
      <pc:sldChg chg="addSp delSp modSp add del mod ord">
        <pc:chgData name="Nathan Gurgel" userId="25a4c336f2f0df70" providerId="LiveId" clId="{87C1BFCA-7DC9-4E8A-A70F-FB12F2B7065E}" dt="2025-08-21T10:45:38.083" v="1291" actId="47"/>
        <pc:sldMkLst>
          <pc:docMk/>
          <pc:sldMk cId="866785889" sldId="289"/>
        </pc:sldMkLst>
      </pc:sldChg>
      <pc:sldChg chg="addSp delSp modSp add mod">
        <pc:chgData name="Nathan Gurgel" userId="25a4c336f2f0df70" providerId="LiveId" clId="{87C1BFCA-7DC9-4E8A-A70F-FB12F2B7065E}" dt="2025-08-21T11:31:03.710" v="1561" actId="20577"/>
        <pc:sldMkLst>
          <pc:docMk/>
          <pc:sldMk cId="2635200713" sldId="290"/>
        </pc:sldMkLst>
      </pc:sldChg>
      <pc:sldChg chg="addSp delSp modSp add mod">
        <pc:chgData name="Nathan Gurgel" userId="25a4c336f2f0df70" providerId="LiveId" clId="{87C1BFCA-7DC9-4E8A-A70F-FB12F2B7065E}" dt="2025-08-21T11:36:14.996" v="1628" actId="20577"/>
        <pc:sldMkLst>
          <pc:docMk/>
          <pc:sldMk cId="1811361987" sldId="291"/>
        </pc:sldMkLst>
      </pc:sldChg>
      <pc:sldChg chg="addSp delSp modSp add mod modAnim">
        <pc:chgData name="Nathan Gurgel" userId="25a4c336f2f0df70" providerId="LiveId" clId="{87C1BFCA-7DC9-4E8A-A70F-FB12F2B7065E}" dt="2025-08-21T11:50:27.297" v="1651" actId="478"/>
        <pc:sldMkLst>
          <pc:docMk/>
          <pc:sldMk cId="1683602380" sldId="292"/>
        </pc:sldMkLst>
      </pc:sldChg>
      <pc:sldChg chg="addSp delSp modSp add mod">
        <pc:chgData name="Nathan Gurgel" userId="25a4c336f2f0df70" providerId="LiveId" clId="{87C1BFCA-7DC9-4E8A-A70F-FB12F2B7065E}" dt="2025-08-21T14:22:01.803" v="1744" actId="20577"/>
        <pc:sldMkLst>
          <pc:docMk/>
          <pc:sldMk cId="1582881811" sldId="293"/>
        </pc:sldMkLst>
      </pc:sldChg>
      <pc:sldChg chg="addSp delSp modSp add mod">
        <pc:chgData name="Nathan Gurgel" userId="25a4c336f2f0df70" providerId="LiveId" clId="{87C1BFCA-7DC9-4E8A-A70F-FB12F2B7065E}" dt="2025-08-21T15:30:59.733" v="2655" actId="20577"/>
        <pc:sldMkLst>
          <pc:docMk/>
          <pc:sldMk cId="4232109277" sldId="294"/>
        </pc:sldMkLst>
      </pc:sldChg>
      <pc:sldChg chg="addSp delSp modSp add mod">
        <pc:chgData name="Nathan Gurgel" userId="25a4c336f2f0df70" providerId="LiveId" clId="{87C1BFCA-7DC9-4E8A-A70F-FB12F2B7065E}" dt="2025-08-21T22:24:35.854" v="2767" actId="14100"/>
        <pc:sldMkLst>
          <pc:docMk/>
          <pc:sldMk cId="4294638786" sldId="295"/>
        </pc:sldMkLst>
      </pc:sldChg>
      <pc:sldChg chg="addSp delSp modSp add mod ord">
        <pc:chgData name="Nathan Gurgel" userId="25a4c336f2f0df70" providerId="LiveId" clId="{87C1BFCA-7DC9-4E8A-A70F-FB12F2B7065E}" dt="2025-08-21T15:30:05.787" v="2551" actId="20577"/>
        <pc:sldMkLst>
          <pc:docMk/>
          <pc:sldMk cId="1229313218" sldId="296"/>
        </pc:sldMkLst>
      </pc:sldChg>
    </pc:docChg>
  </pc:docChgLst>
  <pc:docChgLst>
    <pc:chgData name="Nathan Gurgel" userId="25a4c336f2f0df70" providerId="LiveId" clId="{2935EFF2-25DB-497F-9375-33D956F60029}"/>
    <pc:docChg chg="undo custSel addSld delSld modSld sldOrd">
      <pc:chgData name="Nathan Gurgel" userId="25a4c336f2f0df70" providerId="LiveId" clId="{2935EFF2-25DB-497F-9375-33D956F60029}" dt="2025-09-13T16:14:48.022" v="2013" actId="2890"/>
      <pc:docMkLst>
        <pc:docMk/>
      </pc:docMkLst>
      <pc:sldChg chg="modSp mod">
        <pc:chgData name="Nathan Gurgel" userId="25a4c336f2f0df70" providerId="LiveId" clId="{2935EFF2-25DB-497F-9375-33D956F60029}" dt="2025-09-13T10:45:30.580" v="32" actId="20577"/>
        <pc:sldMkLst>
          <pc:docMk/>
          <pc:sldMk cId="4123654992" sldId="279"/>
        </pc:sldMkLst>
        <pc:spChg chg="mod">
          <ac:chgData name="Nathan Gurgel" userId="25a4c336f2f0df70" providerId="LiveId" clId="{2935EFF2-25DB-497F-9375-33D956F60029}" dt="2025-09-13T10:45:30.580" v="32" actId="20577"/>
          <ac:spMkLst>
            <pc:docMk/>
            <pc:sldMk cId="4123654992" sldId="279"/>
            <ac:spMk id="2" creationId="{E8737519-D1A6-0EB8-EA51-28104CCA97A1}"/>
          </ac:spMkLst>
        </pc:spChg>
      </pc:sldChg>
      <pc:sldChg chg="modSp mod">
        <pc:chgData name="Nathan Gurgel" userId="25a4c336f2f0df70" providerId="LiveId" clId="{2935EFF2-25DB-497F-9375-33D956F60029}" dt="2025-09-13T11:16:58.788" v="162" actId="20577"/>
        <pc:sldMkLst>
          <pc:docMk/>
          <pc:sldMk cId="1129900284" sldId="280"/>
        </pc:sldMkLst>
        <pc:spChg chg="mod">
          <ac:chgData name="Nathan Gurgel" userId="25a4c336f2f0df70" providerId="LiveId" clId="{2935EFF2-25DB-497F-9375-33D956F60029}" dt="2025-09-13T11:16:58.788" v="162" actId="20577"/>
          <ac:spMkLst>
            <pc:docMk/>
            <pc:sldMk cId="1129900284" sldId="280"/>
            <ac:spMk id="3" creationId="{096D8001-29A9-ADF8-E8D4-8F5E9FB75AD9}"/>
          </ac:spMkLst>
        </pc:spChg>
      </pc:sldChg>
      <pc:sldChg chg="addSp delSp modSp mod">
        <pc:chgData name="Nathan Gurgel" userId="25a4c336f2f0df70" providerId="LiveId" clId="{2935EFF2-25DB-497F-9375-33D956F60029}" dt="2025-09-13T11:27:27.021" v="310" actId="1076"/>
        <pc:sldMkLst>
          <pc:docMk/>
          <pc:sldMk cId="568792205" sldId="281"/>
        </pc:sldMkLst>
        <pc:spChg chg="del mod">
          <ac:chgData name="Nathan Gurgel" userId="25a4c336f2f0df70" providerId="LiveId" clId="{2935EFF2-25DB-497F-9375-33D956F60029}" dt="2025-09-13T11:25:58.586" v="197" actId="478"/>
          <ac:spMkLst>
            <pc:docMk/>
            <pc:sldMk cId="568792205" sldId="281"/>
            <ac:spMk id="3" creationId="{7FE1EAFA-254A-6B4F-4DE0-1A671FBD7163}"/>
          </ac:spMkLst>
        </pc:spChg>
        <pc:spChg chg="add del mod">
          <ac:chgData name="Nathan Gurgel" userId="25a4c336f2f0df70" providerId="LiveId" clId="{2935EFF2-25DB-497F-9375-33D956F60029}" dt="2025-09-13T11:26:04.924" v="201" actId="478"/>
          <ac:spMkLst>
            <pc:docMk/>
            <pc:sldMk cId="568792205" sldId="281"/>
            <ac:spMk id="5" creationId="{2D4127CF-E5A6-A9B9-D8F7-453B3E56F7D6}"/>
          </ac:spMkLst>
        </pc:spChg>
        <pc:spChg chg="add mod">
          <ac:chgData name="Nathan Gurgel" userId="25a4c336f2f0df70" providerId="LiveId" clId="{2935EFF2-25DB-497F-9375-33D956F60029}" dt="2025-09-13T11:27:27.021" v="310" actId="1076"/>
          <ac:spMkLst>
            <pc:docMk/>
            <pc:sldMk cId="568792205" sldId="281"/>
            <ac:spMk id="8" creationId="{9080E449-BFD6-0330-BB00-10A046844A17}"/>
          </ac:spMkLst>
        </pc:spChg>
        <pc:picChg chg="add mod">
          <ac:chgData name="Nathan Gurgel" userId="25a4c336f2f0df70" providerId="LiveId" clId="{2935EFF2-25DB-497F-9375-33D956F60029}" dt="2025-09-13T11:26:01.873" v="200" actId="1076"/>
          <ac:picMkLst>
            <pc:docMk/>
            <pc:sldMk cId="568792205" sldId="281"/>
            <ac:picMk id="7" creationId="{AABDBC1C-778E-8478-2C80-0A2CA90D03C6}"/>
          </ac:picMkLst>
        </pc:picChg>
      </pc:sldChg>
      <pc:sldChg chg="del">
        <pc:chgData name="Nathan Gurgel" userId="25a4c336f2f0df70" providerId="LiveId" clId="{2935EFF2-25DB-497F-9375-33D956F60029}" dt="2025-09-13T11:42:47.563" v="742" actId="47"/>
        <pc:sldMkLst>
          <pc:docMk/>
          <pc:sldMk cId="1661238238" sldId="282"/>
        </pc:sldMkLst>
      </pc:sldChg>
      <pc:sldChg chg="del">
        <pc:chgData name="Nathan Gurgel" userId="25a4c336f2f0df70" providerId="LiveId" clId="{2935EFF2-25DB-497F-9375-33D956F60029}" dt="2025-09-13T11:42:48.614" v="743" actId="47"/>
        <pc:sldMkLst>
          <pc:docMk/>
          <pc:sldMk cId="1188370199" sldId="283"/>
        </pc:sldMkLst>
      </pc:sldChg>
      <pc:sldChg chg="del">
        <pc:chgData name="Nathan Gurgel" userId="25a4c336f2f0df70" providerId="LiveId" clId="{2935EFF2-25DB-497F-9375-33D956F60029}" dt="2025-09-13T11:57:24.196" v="791" actId="47"/>
        <pc:sldMkLst>
          <pc:docMk/>
          <pc:sldMk cId="3822011776" sldId="284"/>
        </pc:sldMkLst>
      </pc:sldChg>
      <pc:sldChg chg="del">
        <pc:chgData name="Nathan Gurgel" userId="25a4c336f2f0df70" providerId="LiveId" clId="{2935EFF2-25DB-497F-9375-33D956F60029}" dt="2025-09-13T11:57:24.734" v="792" actId="47"/>
        <pc:sldMkLst>
          <pc:docMk/>
          <pc:sldMk cId="2211865788" sldId="285"/>
        </pc:sldMkLst>
      </pc:sldChg>
      <pc:sldChg chg="del">
        <pc:chgData name="Nathan Gurgel" userId="25a4c336f2f0df70" providerId="LiveId" clId="{2935EFF2-25DB-497F-9375-33D956F60029}" dt="2025-09-13T11:57:25.264" v="793" actId="47"/>
        <pc:sldMkLst>
          <pc:docMk/>
          <pc:sldMk cId="565589606" sldId="287"/>
        </pc:sldMkLst>
      </pc:sldChg>
      <pc:sldChg chg="del">
        <pc:chgData name="Nathan Gurgel" userId="25a4c336f2f0df70" providerId="LiveId" clId="{2935EFF2-25DB-497F-9375-33D956F60029}" dt="2025-09-13T11:57:26.959" v="794" actId="47"/>
        <pc:sldMkLst>
          <pc:docMk/>
          <pc:sldMk cId="3203167613" sldId="288"/>
        </pc:sldMkLst>
      </pc:sldChg>
      <pc:sldChg chg="del">
        <pc:chgData name="Nathan Gurgel" userId="25a4c336f2f0df70" providerId="LiveId" clId="{2935EFF2-25DB-497F-9375-33D956F60029}" dt="2025-09-13T11:57:31.211" v="798" actId="47"/>
        <pc:sldMkLst>
          <pc:docMk/>
          <pc:sldMk cId="757097566" sldId="289"/>
        </pc:sldMkLst>
      </pc:sldChg>
      <pc:sldChg chg="del">
        <pc:chgData name="Nathan Gurgel" userId="25a4c336f2f0df70" providerId="LiveId" clId="{2935EFF2-25DB-497F-9375-33D956F60029}" dt="2025-09-13T11:57:27.831" v="795" actId="47"/>
        <pc:sldMkLst>
          <pc:docMk/>
          <pc:sldMk cId="2635200713" sldId="290"/>
        </pc:sldMkLst>
      </pc:sldChg>
      <pc:sldChg chg="del">
        <pc:chgData name="Nathan Gurgel" userId="25a4c336f2f0df70" providerId="LiveId" clId="{2935EFF2-25DB-497F-9375-33D956F60029}" dt="2025-09-13T11:57:29.063" v="796" actId="47"/>
        <pc:sldMkLst>
          <pc:docMk/>
          <pc:sldMk cId="1811361987" sldId="291"/>
        </pc:sldMkLst>
      </pc:sldChg>
      <pc:sldChg chg="del">
        <pc:chgData name="Nathan Gurgel" userId="25a4c336f2f0df70" providerId="LiveId" clId="{2935EFF2-25DB-497F-9375-33D956F60029}" dt="2025-09-13T11:57:30.039" v="797" actId="47"/>
        <pc:sldMkLst>
          <pc:docMk/>
          <pc:sldMk cId="1683602380" sldId="292"/>
        </pc:sldMkLst>
      </pc:sldChg>
      <pc:sldChg chg="del">
        <pc:chgData name="Nathan Gurgel" userId="25a4c336f2f0df70" providerId="LiveId" clId="{2935EFF2-25DB-497F-9375-33D956F60029}" dt="2025-09-13T11:57:36.522" v="802" actId="47"/>
        <pc:sldMkLst>
          <pc:docMk/>
          <pc:sldMk cId="1582881811" sldId="293"/>
        </pc:sldMkLst>
      </pc:sldChg>
      <pc:sldChg chg="del">
        <pc:chgData name="Nathan Gurgel" userId="25a4c336f2f0df70" providerId="LiveId" clId="{2935EFF2-25DB-497F-9375-33D956F60029}" dt="2025-09-13T11:57:32.547" v="799" actId="47"/>
        <pc:sldMkLst>
          <pc:docMk/>
          <pc:sldMk cId="4232109277" sldId="294"/>
        </pc:sldMkLst>
      </pc:sldChg>
      <pc:sldChg chg="del">
        <pc:chgData name="Nathan Gurgel" userId="25a4c336f2f0df70" providerId="LiveId" clId="{2935EFF2-25DB-497F-9375-33D956F60029}" dt="2025-09-13T11:57:35.102" v="801" actId="47"/>
        <pc:sldMkLst>
          <pc:docMk/>
          <pc:sldMk cId="4294638786" sldId="295"/>
        </pc:sldMkLst>
      </pc:sldChg>
      <pc:sldChg chg="del">
        <pc:chgData name="Nathan Gurgel" userId="25a4c336f2f0df70" providerId="LiveId" clId="{2935EFF2-25DB-497F-9375-33D956F60029}" dt="2025-09-13T11:57:34.140" v="800" actId="47"/>
        <pc:sldMkLst>
          <pc:docMk/>
          <pc:sldMk cId="1229313218" sldId="296"/>
        </pc:sldMkLst>
      </pc:sldChg>
      <pc:sldChg chg="addSp delSp modSp add mod">
        <pc:chgData name="Nathan Gurgel" userId="25a4c336f2f0df70" providerId="LiveId" clId="{2935EFF2-25DB-497F-9375-33D956F60029}" dt="2025-09-13T11:34:39.569" v="506" actId="20577"/>
        <pc:sldMkLst>
          <pc:docMk/>
          <pc:sldMk cId="2035776319" sldId="297"/>
        </pc:sldMkLst>
        <pc:spChg chg="mod">
          <ac:chgData name="Nathan Gurgel" userId="25a4c336f2f0df70" providerId="LiveId" clId="{2935EFF2-25DB-497F-9375-33D956F60029}" dt="2025-09-13T11:34:39.569" v="506" actId="20577"/>
          <ac:spMkLst>
            <pc:docMk/>
            <pc:sldMk cId="2035776319" sldId="297"/>
            <ac:spMk id="8" creationId="{B00560EA-D058-2259-C151-FA7EB8610780}"/>
          </ac:spMkLst>
        </pc:spChg>
        <pc:picChg chg="add mod">
          <ac:chgData name="Nathan Gurgel" userId="25a4c336f2f0df70" providerId="LiveId" clId="{2935EFF2-25DB-497F-9375-33D956F60029}" dt="2025-09-13T11:33:25.449" v="317" actId="1076"/>
          <ac:picMkLst>
            <pc:docMk/>
            <pc:sldMk cId="2035776319" sldId="297"/>
            <ac:picMk id="4" creationId="{793E0F64-6384-BE87-FCF4-A2066DF26DE9}"/>
          </ac:picMkLst>
        </pc:picChg>
        <pc:picChg chg="del">
          <ac:chgData name="Nathan Gurgel" userId="25a4c336f2f0df70" providerId="LiveId" clId="{2935EFF2-25DB-497F-9375-33D956F60029}" dt="2025-09-13T11:33:22.629" v="315" actId="478"/>
          <ac:picMkLst>
            <pc:docMk/>
            <pc:sldMk cId="2035776319" sldId="297"/>
            <ac:picMk id="7" creationId="{A4026D6C-D1F9-FFC0-1807-4CD8F41FD439}"/>
          </ac:picMkLst>
        </pc:picChg>
      </pc:sldChg>
      <pc:sldChg chg="addSp delSp modSp add mod">
        <pc:chgData name="Nathan Gurgel" userId="25a4c336f2f0df70" providerId="LiveId" clId="{2935EFF2-25DB-497F-9375-33D956F60029}" dt="2025-09-13T16:05:40.395" v="1728" actId="20577"/>
        <pc:sldMkLst>
          <pc:docMk/>
          <pc:sldMk cId="2062749947" sldId="298"/>
        </pc:sldMkLst>
        <pc:spChg chg="mod">
          <ac:chgData name="Nathan Gurgel" userId="25a4c336f2f0df70" providerId="LiveId" clId="{2935EFF2-25DB-497F-9375-33D956F60029}" dt="2025-09-13T16:05:40.395" v="1728" actId="20577"/>
          <ac:spMkLst>
            <pc:docMk/>
            <pc:sldMk cId="2062749947" sldId="298"/>
            <ac:spMk id="8" creationId="{9C22CDF5-81BC-3785-707F-DF19127435F6}"/>
          </ac:spMkLst>
        </pc:spChg>
        <pc:picChg chg="del">
          <ac:chgData name="Nathan Gurgel" userId="25a4c336f2f0df70" providerId="LiveId" clId="{2935EFF2-25DB-497F-9375-33D956F60029}" dt="2025-09-13T11:35:38.161" v="508" actId="478"/>
          <ac:picMkLst>
            <pc:docMk/>
            <pc:sldMk cId="2062749947" sldId="298"/>
            <ac:picMk id="4" creationId="{4CA01AA7-5F94-B71B-C388-B7DC9B0DBF1D}"/>
          </ac:picMkLst>
        </pc:picChg>
        <pc:picChg chg="add mod">
          <ac:chgData name="Nathan Gurgel" userId="25a4c336f2f0df70" providerId="LiveId" clId="{2935EFF2-25DB-497F-9375-33D956F60029}" dt="2025-09-13T11:38:04.884" v="659" actId="1076"/>
          <ac:picMkLst>
            <pc:docMk/>
            <pc:sldMk cId="2062749947" sldId="298"/>
            <ac:picMk id="5" creationId="{53FCE348-B8D2-3697-137C-E27A5643F6D2}"/>
          </ac:picMkLst>
        </pc:picChg>
      </pc:sldChg>
      <pc:sldChg chg="modSp add mod">
        <pc:chgData name="Nathan Gurgel" userId="25a4c336f2f0df70" providerId="LiveId" clId="{2935EFF2-25DB-497F-9375-33D956F60029}" dt="2025-09-13T11:41:15.974" v="741" actId="6549"/>
        <pc:sldMkLst>
          <pc:docMk/>
          <pc:sldMk cId="1752730315" sldId="299"/>
        </pc:sldMkLst>
        <pc:spChg chg="mod">
          <ac:chgData name="Nathan Gurgel" userId="25a4c336f2f0df70" providerId="LiveId" clId="{2935EFF2-25DB-497F-9375-33D956F60029}" dt="2025-09-13T11:41:15.974" v="741" actId="6549"/>
          <ac:spMkLst>
            <pc:docMk/>
            <pc:sldMk cId="1752730315" sldId="299"/>
            <ac:spMk id="8" creationId="{BEDDCA39-F40F-D933-107A-28CBEA84F67F}"/>
          </ac:spMkLst>
        </pc:spChg>
      </pc:sldChg>
      <pc:sldChg chg="addSp delSp modSp add mod">
        <pc:chgData name="Nathan Gurgel" userId="25a4c336f2f0df70" providerId="LiveId" clId="{2935EFF2-25DB-497F-9375-33D956F60029}" dt="2025-09-13T12:20:14.346" v="836" actId="1076"/>
        <pc:sldMkLst>
          <pc:docMk/>
          <pc:sldMk cId="3256465681" sldId="300"/>
        </pc:sldMkLst>
        <pc:spChg chg="mod">
          <ac:chgData name="Nathan Gurgel" userId="25a4c336f2f0df70" providerId="LiveId" clId="{2935EFF2-25DB-497F-9375-33D956F60029}" dt="2025-09-13T11:43:02.490" v="786" actId="20577"/>
          <ac:spMkLst>
            <pc:docMk/>
            <pc:sldMk cId="3256465681" sldId="300"/>
            <ac:spMk id="2" creationId="{A5D4EB10-C9E8-0428-758B-7923F25B17D3}"/>
          </ac:spMkLst>
        </pc:spChg>
        <pc:spChg chg="mod">
          <ac:chgData name="Nathan Gurgel" userId="25a4c336f2f0df70" providerId="LiveId" clId="{2935EFF2-25DB-497F-9375-33D956F60029}" dt="2025-09-13T12:15:46.278" v="826" actId="1076"/>
          <ac:spMkLst>
            <pc:docMk/>
            <pc:sldMk cId="3256465681" sldId="300"/>
            <ac:spMk id="8" creationId="{AA42B3BF-E025-CB60-6CC2-B7AB8A223F72}"/>
          </ac:spMkLst>
        </pc:spChg>
        <pc:picChg chg="add mod">
          <ac:chgData name="Nathan Gurgel" userId="25a4c336f2f0df70" providerId="LiveId" clId="{2935EFF2-25DB-497F-9375-33D956F60029}" dt="2025-09-13T12:15:43.470" v="825" actId="1076"/>
          <ac:picMkLst>
            <pc:docMk/>
            <pc:sldMk cId="3256465681" sldId="300"/>
            <ac:picMk id="4" creationId="{7AA89FDA-2291-E9A5-6149-1CCFD6B83F4C}"/>
          </ac:picMkLst>
        </pc:picChg>
        <pc:picChg chg="del mod">
          <ac:chgData name="Nathan Gurgel" userId="25a4c336f2f0df70" providerId="LiveId" clId="{2935EFF2-25DB-497F-9375-33D956F60029}" dt="2025-09-13T12:02:30.271" v="803" actId="478"/>
          <ac:picMkLst>
            <pc:docMk/>
            <pc:sldMk cId="3256465681" sldId="300"/>
            <ac:picMk id="5" creationId="{E421F666-B985-6503-79A1-33D8416F2664}"/>
          </ac:picMkLst>
        </pc:picChg>
        <pc:picChg chg="add del mod">
          <ac:chgData name="Nathan Gurgel" userId="25a4c336f2f0df70" providerId="LiveId" clId="{2935EFF2-25DB-497F-9375-33D956F60029}" dt="2025-09-13T12:20:09.284" v="832" actId="478"/>
          <ac:picMkLst>
            <pc:docMk/>
            <pc:sldMk cId="3256465681" sldId="300"/>
            <ac:picMk id="7" creationId="{6CD150C6-500B-D1B5-D267-9CC79A167C17}"/>
          </ac:picMkLst>
        </pc:picChg>
        <pc:picChg chg="add mod">
          <ac:chgData name="Nathan Gurgel" userId="25a4c336f2f0df70" providerId="LiveId" clId="{2935EFF2-25DB-497F-9375-33D956F60029}" dt="2025-09-13T12:20:14.346" v="836" actId="1076"/>
          <ac:picMkLst>
            <pc:docMk/>
            <pc:sldMk cId="3256465681" sldId="300"/>
            <ac:picMk id="10" creationId="{15E41A9B-E522-1151-C292-539A01605A5E}"/>
          </ac:picMkLst>
        </pc:picChg>
      </pc:sldChg>
      <pc:sldChg chg="addSp delSp modSp add mod">
        <pc:chgData name="Nathan Gurgel" userId="25a4c336f2f0df70" providerId="LiveId" clId="{2935EFF2-25DB-497F-9375-33D956F60029}" dt="2025-09-13T12:22:04.695" v="889" actId="14100"/>
        <pc:sldMkLst>
          <pc:docMk/>
          <pc:sldMk cId="1785672790" sldId="301"/>
        </pc:sldMkLst>
        <pc:spChg chg="add del mod">
          <ac:chgData name="Nathan Gurgel" userId="25a4c336f2f0df70" providerId="LiveId" clId="{2935EFF2-25DB-497F-9375-33D956F60029}" dt="2025-09-13T12:19:25.395" v="830" actId="478"/>
          <ac:spMkLst>
            <pc:docMk/>
            <pc:sldMk cId="1785672790" sldId="301"/>
            <ac:spMk id="5" creationId="{A7DDB7F2-E8E4-7776-4D5C-2AD338B222BA}"/>
          </ac:spMkLst>
        </pc:spChg>
        <pc:spChg chg="del">
          <ac:chgData name="Nathan Gurgel" userId="25a4c336f2f0df70" providerId="LiveId" clId="{2935EFF2-25DB-497F-9375-33D956F60029}" dt="2025-09-13T12:19:22.751" v="829" actId="478"/>
          <ac:spMkLst>
            <pc:docMk/>
            <pc:sldMk cId="1785672790" sldId="301"/>
            <ac:spMk id="8" creationId="{DC104BB8-E872-8B43-6028-2FF00E0754E3}"/>
          </ac:spMkLst>
        </pc:spChg>
        <pc:spChg chg="add mod">
          <ac:chgData name="Nathan Gurgel" userId="25a4c336f2f0df70" providerId="LiveId" clId="{2935EFF2-25DB-497F-9375-33D956F60029}" dt="2025-09-13T12:22:04.695" v="889" actId="14100"/>
          <ac:spMkLst>
            <pc:docMk/>
            <pc:sldMk cId="1785672790" sldId="301"/>
            <ac:spMk id="15" creationId="{C2C7DB00-6543-49D6-7BD6-197997C6FDE1}"/>
          </ac:spMkLst>
        </pc:spChg>
        <pc:picChg chg="del">
          <ac:chgData name="Nathan Gurgel" userId="25a4c336f2f0df70" providerId="LiveId" clId="{2935EFF2-25DB-497F-9375-33D956F60029}" dt="2025-09-13T12:19:21.249" v="828" actId="478"/>
          <ac:picMkLst>
            <pc:docMk/>
            <pc:sldMk cId="1785672790" sldId="301"/>
            <ac:picMk id="4" creationId="{E92B896E-5510-8411-20CF-1BA9C5954C82}"/>
          </ac:picMkLst>
        </pc:picChg>
        <pc:picChg chg="del mod">
          <ac:chgData name="Nathan Gurgel" userId="25a4c336f2f0df70" providerId="LiveId" clId="{2935EFF2-25DB-497F-9375-33D956F60029}" dt="2025-09-13T12:20:18.609" v="838" actId="478"/>
          <ac:picMkLst>
            <pc:docMk/>
            <pc:sldMk cId="1785672790" sldId="301"/>
            <ac:picMk id="7" creationId="{78EB6C71-50A2-1F21-E3A4-6AE1B3F0332A}"/>
          </ac:picMkLst>
        </pc:picChg>
        <pc:picChg chg="add mod">
          <ac:chgData name="Nathan Gurgel" userId="25a4c336f2f0df70" providerId="LiveId" clId="{2935EFF2-25DB-497F-9375-33D956F60029}" dt="2025-09-13T12:20:24.497" v="842" actId="1076"/>
          <ac:picMkLst>
            <pc:docMk/>
            <pc:sldMk cId="1785672790" sldId="301"/>
            <ac:picMk id="9" creationId="{255CFE00-85A0-52F4-9649-FB0D7820B6CF}"/>
          </ac:picMkLst>
        </pc:picChg>
        <pc:cxnChg chg="add mod">
          <ac:chgData name="Nathan Gurgel" userId="25a4c336f2f0df70" providerId="LiveId" clId="{2935EFF2-25DB-497F-9375-33D956F60029}" dt="2025-09-13T12:21:43.956" v="849" actId="14100"/>
          <ac:cxnSpMkLst>
            <pc:docMk/>
            <pc:sldMk cId="1785672790" sldId="301"/>
            <ac:cxnSpMk id="11" creationId="{F357A3ED-21CE-3AB2-0657-9B0A2BC67201}"/>
          </ac:cxnSpMkLst>
        </pc:cxnChg>
        <pc:cxnChg chg="add mod">
          <ac:chgData name="Nathan Gurgel" userId="25a4c336f2f0df70" providerId="LiveId" clId="{2935EFF2-25DB-497F-9375-33D956F60029}" dt="2025-09-13T12:21:07.957" v="848" actId="14100"/>
          <ac:cxnSpMkLst>
            <pc:docMk/>
            <pc:sldMk cId="1785672790" sldId="301"/>
            <ac:cxnSpMk id="12" creationId="{205E7BE7-2F24-AD70-7B15-4ABDC95A5FC8}"/>
          </ac:cxnSpMkLst>
        </pc:cxnChg>
      </pc:sldChg>
      <pc:sldChg chg="add del">
        <pc:chgData name="Nathan Gurgel" userId="25a4c336f2f0df70" providerId="LiveId" clId="{2935EFF2-25DB-497F-9375-33D956F60029}" dt="2025-09-13T15:43:09.384" v="1704" actId="47"/>
        <pc:sldMkLst>
          <pc:docMk/>
          <pc:sldMk cId="2525975853" sldId="302"/>
        </pc:sldMkLst>
      </pc:sldChg>
      <pc:sldChg chg="delSp modSp add mod">
        <pc:chgData name="Nathan Gurgel" userId="25a4c336f2f0df70" providerId="LiveId" clId="{2935EFF2-25DB-497F-9375-33D956F60029}" dt="2025-09-13T15:59:49.925" v="1722" actId="1076"/>
        <pc:sldMkLst>
          <pc:docMk/>
          <pc:sldMk cId="2151051707" sldId="303"/>
        </pc:sldMkLst>
        <pc:spChg chg="mod">
          <ac:chgData name="Nathan Gurgel" userId="25a4c336f2f0df70" providerId="LiveId" clId="{2935EFF2-25DB-497F-9375-33D956F60029}" dt="2025-09-13T13:35:39.381" v="1686" actId="5793"/>
          <ac:spMkLst>
            <pc:docMk/>
            <pc:sldMk cId="2151051707" sldId="303"/>
            <ac:spMk id="15" creationId="{5E82D6D6-0C80-8823-1DB6-822A001D8EF1}"/>
          </ac:spMkLst>
        </pc:spChg>
        <pc:picChg chg="mod">
          <ac:chgData name="Nathan Gurgel" userId="25a4c336f2f0df70" providerId="LiveId" clId="{2935EFF2-25DB-497F-9375-33D956F60029}" dt="2025-09-13T15:59:49.925" v="1722" actId="1076"/>
          <ac:picMkLst>
            <pc:docMk/>
            <pc:sldMk cId="2151051707" sldId="303"/>
            <ac:picMk id="9" creationId="{52475FB0-253F-3B5F-51CD-0DC845A7E683}"/>
          </ac:picMkLst>
        </pc:picChg>
        <pc:cxnChg chg="del">
          <ac:chgData name="Nathan Gurgel" userId="25a4c336f2f0df70" providerId="LiveId" clId="{2935EFF2-25DB-497F-9375-33D956F60029}" dt="2025-09-13T12:34:12.279" v="893" actId="478"/>
          <ac:cxnSpMkLst>
            <pc:docMk/>
            <pc:sldMk cId="2151051707" sldId="303"/>
            <ac:cxnSpMk id="11" creationId="{F230C661-B3F9-20C1-2495-AF98E81872CB}"/>
          </ac:cxnSpMkLst>
        </pc:cxnChg>
        <pc:cxnChg chg="del">
          <ac:chgData name="Nathan Gurgel" userId="25a4c336f2f0df70" providerId="LiveId" clId="{2935EFF2-25DB-497F-9375-33D956F60029}" dt="2025-09-13T12:34:11.428" v="892" actId="478"/>
          <ac:cxnSpMkLst>
            <pc:docMk/>
            <pc:sldMk cId="2151051707" sldId="303"/>
            <ac:cxnSpMk id="12" creationId="{D1ADB490-1B03-6168-1F54-051A93028AA5}"/>
          </ac:cxnSpMkLst>
        </pc:cxnChg>
      </pc:sldChg>
      <pc:sldChg chg="addSp delSp modSp add mod">
        <pc:chgData name="Nathan Gurgel" userId="25a4c336f2f0df70" providerId="LiveId" clId="{2935EFF2-25DB-497F-9375-33D956F60029}" dt="2025-09-13T12:41:36.669" v="1227" actId="20577"/>
        <pc:sldMkLst>
          <pc:docMk/>
          <pc:sldMk cId="1079299867" sldId="304"/>
        </pc:sldMkLst>
        <pc:spChg chg="mod">
          <ac:chgData name="Nathan Gurgel" userId="25a4c336f2f0df70" providerId="LiveId" clId="{2935EFF2-25DB-497F-9375-33D956F60029}" dt="2025-09-13T12:41:36.669" v="1227" actId="20577"/>
          <ac:spMkLst>
            <pc:docMk/>
            <pc:sldMk cId="1079299867" sldId="304"/>
            <ac:spMk id="2" creationId="{3C0B454F-3635-9AB6-7B6B-CA7A86848FE1}"/>
          </ac:spMkLst>
        </pc:spChg>
        <pc:spChg chg="add del mod">
          <ac:chgData name="Nathan Gurgel" userId="25a4c336f2f0df70" providerId="LiveId" clId="{2935EFF2-25DB-497F-9375-33D956F60029}" dt="2025-09-13T12:41:22.715" v="1195" actId="478"/>
          <ac:spMkLst>
            <pc:docMk/>
            <pc:sldMk cId="1079299867" sldId="304"/>
            <ac:spMk id="4" creationId="{5E6893A9-F4A6-5CA6-B1E7-8C59E1812B4E}"/>
          </ac:spMkLst>
        </pc:spChg>
        <pc:spChg chg="del">
          <ac:chgData name="Nathan Gurgel" userId="25a4c336f2f0df70" providerId="LiveId" clId="{2935EFF2-25DB-497F-9375-33D956F60029}" dt="2025-09-13T12:41:15.757" v="1191" actId="478"/>
          <ac:spMkLst>
            <pc:docMk/>
            <pc:sldMk cId="1079299867" sldId="304"/>
            <ac:spMk id="15" creationId="{C8DE1AD1-E8F7-94EC-CA2B-CB8DB90C5AE4}"/>
          </ac:spMkLst>
        </pc:spChg>
        <pc:picChg chg="add mod">
          <ac:chgData name="Nathan Gurgel" userId="25a4c336f2f0df70" providerId="LiveId" clId="{2935EFF2-25DB-497F-9375-33D956F60029}" dt="2025-09-13T12:41:24.619" v="1196" actId="1076"/>
          <ac:picMkLst>
            <pc:docMk/>
            <pc:sldMk cId="1079299867" sldId="304"/>
            <ac:picMk id="6" creationId="{DA3853BB-9F1E-84AE-EE47-E2EA25BBF6A5}"/>
          </ac:picMkLst>
        </pc:picChg>
        <pc:picChg chg="del">
          <ac:chgData name="Nathan Gurgel" userId="25a4c336f2f0df70" providerId="LiveId" clId="{2935EFF2-25DB-497F-9375-33D956F60029}" dt="2025-09-13T12:41:20.830" v="1194" actId="478"/>
          <ac:picMkLst>
            <pc:docMk/>
            <pc:sldMk cId="1079299867" sldId="304"/>
            <ac:picMk id="9" creationId="{FFDCF113-3D6B-583A-8A5B-D3BC74476282}"/>
          </ac:picMkLst>
        </pc:picChg>
      </pc:sldChg>
      <pc:sldChg chg="modSp add del mod ord">
        <pc:chgData name="Nathan Gurgel" userId="25a4c336f2f0df70" providerId="LiveId" clId="{2935EFF2-25DB-497F-9375-33D956F60029}" dt="2025-09-13T15:52:48.656" v="1718" actId="47"/>
        <pc:sldMkLst>
          <pc:docMk/>
          <pc:sldMk cId="258819088" sldId="305"/>
        </pc:sldMkLst>
        <pc:picChg chg="mod">
          <ac:chgData name="Nathan Gurgel" userId="25a4c336f2f0df70" providerId="LiveId" clId="{2935EFF2-25DB-497F-9375-33D956F60029}" dt="2025-09-13T15:52:33.649" v="1717" actId="1076"/>
          <ac:picMkLst>
            <pc:docMk/>
            <pc:sldMk cId="258819088" sldId="305"/>
            <ac:picMk id="9" creationId="{57A5A9BF-A5CF-9208-EACD-71F37F52E3D1}"/>
          </ac:picMkLst>
        </pc:picChg>
      </pc:sldChg>
      <pc:sldChg chg="addSp delSp modSp add mod">
        <pc:chgData name="Nathan Gurgel" userId="25a4c336f2f0df70" providerId="LiveId" clId="{2935EFF2-25DB-497F-9375-33D956F60029}" dt="2025-09-13T15:51:17.863" v="1715" actId="1076"/>
        <pc:sldMkLst>
          <pc:docMk/>
          <pc:sldMk cId="2912969767" sldId="306"/>
        </pc:sldMkLst>
        <pc:spChg chg="add del mod">
          <ac:chgData name="Nathan Gurgel" userId="25a4c336f2f0df70" providerId="LiveId" clId="{2935EFF2-25DB-497F-9375-33D956F60029}" dt="2025-09-13T15:41:32.577" v="1697" actId="478"/>
          <ac:spMkLst>
            <pc:docMk/>
            <pc:sldMk cId="2912969767" sldId="306"/>
            <ac:spMk id="6" creationId="{6218C5A9-5FC8-B43E-1EA7-DE3E879F891B}"/>
          </ac:spMkLst>
        </pc:spChg>
        <pc:spChg chg="add mod">
          <ac:chgData name="Nathan Gurgel" userId="25a4c336f2f0df70" providerId="LiveId" clId="{2935EFF2-25DB-497F-9375-33D956F60029}" dt="2025-09-13T15:43:16.977" v="1706" actId="1076"/>
          <ac:spMkLst>
            <pc:docMk/>
            <pc:sldMk cId="2912969767" sldId="306"/>
            <ac:spMk id="10" creationId="{F5DDFB9D-193C-21B7-9905-03F5CD1D332E}"/>
          </ac:spMkLst>
        </pc:spChg>
        <pc:spChg chg="del">
          <ac:chgData name="Nathan Gurgel" userId="25a4c336f2f0df70" providerId="LiveId" clId="{2935EFF2-25DB-497F-9375-33D956F60029}" dt="2025-09-13T15:41:29.835" v="1696" actId="478"/>
          <ac:spMkLst>
            <pc:docMk/>
            <pc:sldMk cId="2912969767" sldId="306"/>
            <ac:spMk id="15" creationId="{60D62AC4-2E2A-B441-83F7-1C8E61183F23}"/>
          </ac:spMkLst>
        </pc:spChg>
        <pc:picChg chg="add del mod">
          <ac:chgData name="Nathan Gurgel" userId="25a4c336f2f0df70" providerId="LiveId" clId="{2935EFF2-25DB-497F-9375-33D956F60029}" dt="2025-09-13T15:42:18.525" v="1698" actId="478"/>
          <ac:picMkLst>
            <pc:docMk/>
            <pc:sldMk cId="2912969767" sldId="306"/>
            <ac:picMk id="4" creationId="{EB76B628-9AF9-A6C9-BEB6-8E629B07BE44}"/>
          </ac:picMkLst>
        </pc:picChg>
        <pc:picChg chg="add del mod">
          <ac:chgData name="Nathan Gurgel" userId="25a4c336f2f0df70" providerId="LiveId" clId="{2935EFF2-25DB-497F-9375-33D956F60029}" dt="2025-09-13T15:51:10.614" v="1711" actId="478"/>
          <ac:picMkLst>
            <pc:docMk/>
            <pc:sldMk cId="2912969767" sldId="306"/>
            <ac:picMk id="8" creationId="{E2E95EEB-9E15-5848-22E9-606868B721FE}"/>
          </ac:picMkLst>
        </pc:picChg>
        <pc:picChg chg="del">
          <ac:chgData name="Nathan Gurgel" userId="25a4c336f2f0df70" providerId="LiveId" clId="{2935EFF2-25DB-497F-9375-33D956F60029}" dt="2025-09-13T15:41:09.368" v="1691" actId="478"/>
          <ac:picMkLst>
            <pc:docMk/>
            <pc:sldMk cId="2912969767" sldId="306"/>
            <ac:picMk id="9" creationId="{CF29EC85-6887-5C15-5F24-E3E50909AEF8}"/>
          </ac:picMkLst>
        </pc:picChg>
        <pc:picChg chg="add mod">
          <ac:chgData name="Nathan Gurgel" userId="25a4c336f2f0df70" providerId="LiveId" clId="{2935EFF2-25DB-497F-9375-33D956F60029}" dt="2025-09-13T15:45:59.847" v="1710" actId="1076"/>
          <ac:picMkLst>
            <pc:docMk/>
            <pc:sldMk cId="2912969767" sldId="306"/>
            <ac:picMk id="12" creationId="{B45244AA-6C7F-26C8-4F7C-11F264DBEE94}"/>
          </ac:picMkLst>
        </pc:picChg>
        <pc:picChg chg="add mod">
          <ac:chgData name="Nathan Gurgel" userId="25a4c336f2f0df70" providerId="LiveId" clId="{2935EFF2-25DB-497F-9375-33D956F60029}" dt="2025-09-13T15:51:17.863" v="1715" actId="1076"/>
          <ac:picMkLst>
            <pc:docMk/>
            <pc:sldMk cId="2912969767" sldId="306"/>
            <ac:picMk id="14" creationId="{B8F60584-1978-E808-F441-8A8FA6DB2CE6}"/>
          </ac:picMkLst>
        </pc:picChg>
      </pc:sldChg>
      <pc:sldChg chg="addSp delSp modSp add mod">
        <pc:chgData name="Nathan Gurgel" userId="25a4c336f2f0df70" providerId="LiveId" clId="{2935EFF2-25DB-497F-9375-33D956F60029}" dt="2025-09-13T16:11:31.318" v="1741" actId="1076"/>
        <pc:sldMkLst>
          <pc:docMk/>
          <pc:sldMk cId="2279677149" sldId="307"/>
        </pc:sldMkLst>
        <pc:spChg chg="mod">
          <ac:chgData name="Nathan Gurgel" userId="25a4c336f2f0df70" providerId="LiveId" clId="{2935EFF2-25DB-497F-9375-33D956F60029}" dt="2025-09-13T16:11:28.247" v="1740" actId="14100"/>
          <ac:spMkLst>
            <pc:docMk/>
            <pc:sldMk cId="2279677149" sldId="307"/>
            <ac:spMk id="8" creationId="{EE6D2457-8A92-0A4B-CE12-11F0E1555CD0}"/>
          </ac:spMkLst>
        </pc:spChg>
        <pc:picChg chg="del">
          <ac:chgData name="Nathan Gurgel" userId="25a4c336f2f0df70" providerId="LiveId" clId="{2935EFF2-25DB-497F-9375-33D956F60029}" dt="2025-09-13T16:10:47.331" v="1730" actId="478"/>
          <ac:picMkLst>
            <pc:docMk/>
            <pc:sldMk cId="2279677149" sldId="307"/>
            <ac:picMk id="5" creationId="{03C3F287-0B2A-2A2B-1B22-D0779E9606CF}"/>
          </ac:picMkLst>
        </pc:picChg>
        <pc:picChg chg="add mod">
          <ac:chgData name="Nathan Gurgel" userId="25a4c336f2f0df70" providerId="LiveId" clId="{2935EFF2-25DB-497F-9375-33D956F60029}" dt="2025-09-13T16:11:31.318" v="1741" actId="1076"/>
          <ac:picMkLst>
            <pc:docMk/>
            <pc:sldMk cId="2279677149" sldId="307"/>
            <ac:picMk id="1026" creationId="{2155BFEE-F285-7FE4-FEB1-534F21C6292F}"/>
          </ac:picMkLst>
        </pc:picChg>
      </pc:sldChg>
      <pc:sldChg chg="addSp delSp modSp add mod">
        <pc:chgData name="Nathan Gurgel" userId="25a4c336f2f0df70" providerId="LiveId" clId="{2935EFF2-25DB-497F-9375-33D956F60029}" dt="2025-09-13T16:14:45.211" v="2012"/>
        <pc:sldMkLst>
          <pc:docMk/>
          <pc:sldMk cId="2651517732" sldId="308"/>
        </pc:sldMkLst>
        <pc:spChg chg="mod">
          <ac:chgData name="Nathan Gurgel" userId="25a4c336f2f0df70" providerId="LiveId" clId="{2935EFF2-25DB-497F-9375-33D956F60029}" dt="2025-09-13T16:14:45.211" v="2012"/>
          <ac:spMkLst>
            <pc:docMk/>
            <pc:sldMk cId="2651517732" sldId="308"/>
            <ac:spMk id="8" creationId="{417B3C7B-291C-BD10-D594-0A4BCEBF6618}"/>
          </ac:spMkLst>
        </pc:spChg>
        <pc:picChg chg="del mod">
          <ac:chgData name="Nathan Gurgel" userId="25a4c336f2f0df70" providerId="LiveId" clId="{2935EFF2-25DB-497F-9375-33D956F60029}" dt="2025-09-13T16:12:15.288" v="1744" actId="478"/>
          <ac:picMkLst>
            <pc:docMk/>
            <pc:sldMk cId="2651517732" sldId="308"/>
            <ac:picMk id="1026" creationId="{CCBE1BCB-D80D-63A0-8341-DADE4A930A50}"/>
          </ac:picMkLst>
        </pc:picChg>
        <pc:picChg chg="add mod">
          <ac:chgData name="Nathan Gurgel" userId="25a4c336f2f0df70" providerId="LiveId" clId="{2935EFF2-25DB-497F-9375-33D956F60029}" dt="2025-09-13T16:14:13.533" v="1924" actId="1076"/>
          <ac:picMkLst>
            <pc:docMk/>
            <pc:sldMk cId="2651517732" sldId="308"/>
            <ac:picMk id="2050" creationId="{1E1D7DAE-5B60-F0B4-7675-D897ADF3CA73}"/>
          </ac:picMkLst>
        </pc:picChg>
      </pc:sldChg>
      <pc:sldChg chg="add">
        <pc:chgData name="Nathan Gurgel" userId="25a4c336f2f0df70" providerId="LiveId" clId="{2935EFF2-25DB-497F-9375-33D956F60029}" dt="2025-09-13T16:14:48.022" v="2013" actId="2890"/>
        <pc:sldMkLst>
          <pc:docMk/>
          <pc:sldMk cId="1792066870" sldId="3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F6B72-B09D-4618-B0DE-3F271D234791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C56C9-47C3-476A-855B-7A6ED6F5B7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680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21A4A-4FEA-042A-54C1-C693D84C4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02A7DF-C7BC-59CA-FD1A-AE5440C7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40FA71-BD9E-64DD-D1DD-65A87FDC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45159A-6282-F6F7-B3EF-8A5096AE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F581D9-3B11-8844-2E4D-C1DD5043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85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DB807-D0C8-DA59-C46F-17ADD172E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DA82A1-9023-DD38-95F9-E52E40E1F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93D1B1-1D00-9DEB-A89A-517A23DE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840B30-D593-8FBC-099C-B5F99B45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3B4722-AB3F-6D7D-AFC3-7871954E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35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C69EC-F34E-A6E5-FF50-BB5654D32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7337B-A02A-E724-B485-9DA0D053C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C6C030-4F79-140E-8578-98040163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B5E68D-9B45-DC49-4CC5-4A1AA07C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2D5213-E438-FB74-6B68-779F0957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92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F053E-C93B-F106-B0D7-C726E39C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1EFA7F-C3BE-8182-6D47-6648D831E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20C692-C8D8-7B2E-3CD1-578EE379F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F88E26-F8BE-B93F-CFB5-5C6E1B9A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19F2C8-7C9E-3C96-2B40-4A51CECF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1CABD3-1EF0-32DB-227B-8D0B3591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32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2856B-417E-B723-C75D-22CC697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2E65AA-5BA5-FD3E-A503-3556B03D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2499D3-90B7-0BA4-580C-B4C1E5960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80D9B7-EF68-574B-37EB-699D01941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4C42D0-D331-7F8B-D7BA-F51984A69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936C3A-2207-F810-7D65-0DA84546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447E6A-A6C5-A6F3-7E11-D44EE700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027B969-CAB5-685B-068E-CFD9E60B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18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D6C6D-509C-4830-94D2-B7EE0764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FC4F6E-EEEA-2363-8CDA-E6ECC9EB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4C89E1-481F-CD32-D9C7-BBCF5EA4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26C106-50D6-92D8-B8CE-385AE55C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7F22D1-5C70-D96B-6159-E954402B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7968E4-59BA-3895-5E46-B94462608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69F169-F921-9713-3A42-008596C1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83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B2617-C7FF-84B8-451B-B491396A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80E71-5F83-CC72-C102-B44678D49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57D181-073E-BAA3-BA05-263DE7C20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3AA478-3AB1-C3A8-7F34-709D461B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48F624-8565-B00B-DEF2-97428351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8182ED-CABC-1BB6-AED9-DB1CA957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52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C05F1-E3ED-9220-050D-DFB00022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E54116-2EFF-520E-5E60-F928C575B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A427CF-DB5A-8A7D-5F1B-B6FBA3DDC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A685D1-F763-966F-B23D-4441710E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F0A2BA-B05B-60E3-ADCE-F3BB2541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C7BB3D-67EC-6085-9D6C-42BB3EEA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1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625C6-AF4E-2858-6945-BE2A7934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BC3128-7701-292A-5A0D-73434E531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BC42B9-9426-1C62-CB13-A6C70201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D773FB-34A4-2C8A-BDCF-D1C49E71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4AAEB2-05FE-DFE5-D764-449DFB60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27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B2F333-603A-2998-81A2-8B6F6E048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CB623F-17B0-9F2D-48DF-B82CF1054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E11AD6-DC60-8A83-A5E3-AFECAFBC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537139-AD2B-D8A1-CF21-9188A3EF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249FB0-8BBC-0426-CD43-A7018B09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32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7E7B72-BC9E-10D5-2B51-3426E8FC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C38749-1D90-1870-1B9C-FAFD9CE09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9CD43F-718C-C070-7751-1CDB10A37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A2FB2-CE8E-4D02-9501-9EAECAB1E348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46D81B-553B-5618-A883-6BB22F85D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197C44-433C-D01C-645E-6C70AF66E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2E32B-BFE3-4C46-804C-9F761404A9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22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hyperlink" Target="https://www.youtube.com/watch?v=rNJ7T-Cuc90&amp;list=PLLpZ1DoEuR9t7vMqJY2Yglh9tiE-PvqFw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IHP-GmbH/IHP-Open-DesignLib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hyperlink" Target="https://github.com/google/skywater-pdk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828F5-B046-50B4-3ABF-F911C8DC7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082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PT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Grupo de Estudos em Microeletr</a:t>
            </a:r>
            <a:r>
              <a:rPr lang="pt-BR" dirty="0" err="1">
                <a:solidFill>
                  <a:schemeClr val="bg1"/>
                </a:solidFill>
                <a:latin typeface="EurostileLTW04-BoldExt2" panose="020B0907030502060204" pitchFamily="34" charset="0"/>
              </a:rPr>
              <a:t>ônica</a:t>
            </a:r>
            <a: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 de Radiofrequência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24874A-2140-67C3-E09F-0A5B69266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1124"/>
            <a:ext cx="9144000" cy="1655762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Uma iniciativa IEEE MTT-S Nordeste Brasil</a:t>
            </a:r>
          </a:p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Organizador: Nathan Gurgel</a:t>
            </a:r>
          </a:p>
        </p:txBody>
      </p:sp>
    </p:spTree>
    <p:extLst>
      <p:ext uri="{BB962C8B-B14F-4D97-AF65-F5344CB8AC3E}">
        <p14:creationId xmlns:p14="http://schemas.microsoft.com/office/powerpoint/2010/main" val="360504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6D452-6D6E-8B8C-B2C9-138AED98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37519-D1A6-0EB8-EA51-28104CCA9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082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Transistores</a:t>
            </a:r>
            <a:b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EurostileLTW04-BoldExt2" panose="020B0907030502060204" pitchFamily="34" charset="0"/>
              </a:rPr>
              <a:t>como Amplificadores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9AA745-9849-46EB-82D6-DD392021E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1124"/>
            <a:ext cx="9144000" cy="1655762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Uma iniciativa IEEE MTT-S Nordeste Brasil</a:t>
            </a:r>
          </a:p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Organizador: Nathan Gurgel</a:t>
            </a:r>
          </a:p>
        </p:txBody>
      </p:sp>
    </p:spTree>
    <p:extLst>
      <p:ext uri="{BB962C8B-B14F-4D97-AF65-F5344CB8AC3E}">
        <p14:creationId xmlns:p14="http://schemas.microsoft.com/office/powerpoint/2010/main" val="412365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649AA-F699-F0DB-4143-FC4060BC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0CB0C-952B-C123-CC76-2E097C9E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Sum</a:t>
            </a:r>
            <a:r>
              <a:rPr lang="pt-BR" dirty="0" err="1">
                <a:solidFill>
                  <a:schemeClr val="bg1"/>
                </a:solidFill>
                <a:latin typeface="Franklin Gothic Medium Cond" panose="020B0606030402020204" pitchFamily="34" charset="0"/>
              </a:rPr>
              <a:t>ário</a:t>
            </a:r>
            <a:endParaRPr lang="pt-BR" dirty="0">
              <a:solidFill>
                <a:schemeClr val="bg1"/>
              </a:solidFill>
              <a:latin typeface="Franklin Gothic Medium Cond" panose="020B06060304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6D8001-29A9-ADF8-E8D4-8F5E9FB75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Referências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Introdução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Representação em Pequenos Sinais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Hands-on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0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80B92-200C-A02F-3789-3B047F48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Referências</a:t>
            </a:r>
          </a:p>
        </p:txBody>
      </p:sp>
      <p:pic>
        <p:nvPicPr>
          <p:cNvPr id="1026" name="Picture 2" descr="Fundamentos de Microeletrônica | Amazon.com.br">
            <a:extLst>
              <a:ext uri="{FF2B5EF4-FFF2-40B4-BE49-F238E27FC236}">
                <a16:creationId xmlns:a16="http://schemas.microsoft.com/office/drawing/2014/main" id="{18B1DC70-E1F1-85F9-A9D5-9D8BB4E6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26771"/>
            <a:ext cx="3307065" cy="446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BE96935-A3BC-DED3-763B-01726B7E159D}"/>
              </a:ext>
            </a:extLst>
          </p:cNvPr>
          <p:cNvSpPr txBox="1"/>
          <p:nvPr/>
        </p:nvSpPr>
        <p:spPr>
          <a:xfrm>
            <a:off x="1484803" y="1506022"/>
            <a:ext cx="2013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Livro referência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DBBC3F-1160-D70E-D8F3-C759A6F364F1}"/>
              </a:ext>
            </a:extLst>
          </p:cNvPr>
          <p:cNvSpPr txBox="1"/>
          <p:nvPr/>
        </p:nvSpPr>
        <p:spPr>
          <a:xfrm>
            <a:off x="7254232" y="1616581"/>
            <a:ext cx="2706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Materiais de Referência </a:t>
            </a:r>
            <a:endParaRPr lang="pt-PT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028" name="Picture 4" descr="Youtube Logo PNG.">
            <a:hlinkClick r:id="rId3"/>
            <a:extLst>
              <a:ext uri="{FF2B5EF4-FFF2-40B4-BE49-F238E27FC236}">
                <a16:creationId xmlns:a16="http://schemas.microsoft.com/office/drawing/2014/main" id="{AEA2149F-7559-DFEC-778D-C124C710B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6" t="39365" r="62857" b="39682"/>
          <a:stretch>
            <a:fillRect/>
          </a:stretch>
        </p:blipFill>
        <p:spPr bwMode="auto">
          <a:xfrm>
            <a:off x="6678924" y="2109386"/>
            <a:ext cx="1110343" cy="832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FE - Home">
            <a:hlinkClick r:id="rId3"/>
            <a:extLst>
              <a:ext uri="{FF2B5EF4-FFF2-40B4-BE49-F238E27FC236}">
                <a16:creationId xmlns:a16="http://schemas.microsoft.com/office/drawing/2014/main" id="{38773D12-2D46-A17E-CB2C-7836EF938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38" y="2239276"/>
            <a:ext cx="1340983" cy="57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hlinkClick r:id="rId3"/>
            <a:extLst>
              <a:ext uri="{FF2B5EF4-FFF2-40B4-BE49-F238E27FC236}">
                <a16:creationId xmlns:a16="http://schemas.microsoft.com/office/drawing/2014/main" id="{FB4BB11A-3C07-0132-3A00-A92132FF2657}"/>
              </a:ext>
            </a:extLst>
          </p:cNvPr>
          <p:cNvSpPr txBox="1"/>
          <p:nvPr/>
        </p:nvSpPr>
        <p:spPr>
          <a:xfrm>
            <a:off x="9425392" y="2280376"/>
            <a:ext cx="25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TU Graz</a:t>
            </a:r>
            <a:endParaRPr lang="pt-PT" sz="32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2" name="Gráfico 11">
            <a:hlinkClick r:id="rId6"/>
            <a:extLst>
              <a:ext uri="{FF2B5EF4-FFF2-40B4-BE49-F238E27FC236}">
                <a16:creationId xmlns:a16="http://schemas.microsoft.com/office/drawing/2014/main" id="{ED02A9ED-86C6-54E4-3392-6354675499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3353" y="3429000"/>
            <a:ext cx="1055914" cy="1055914"/>
          </a:xfrm>
          <a:prstGeom prst="rect">
            <a:avLst/>
          </a:prstGeom>
        </p:spPr>
      </p:pic>
      <p:pic>
        <p:nvPicPr>
          <p:cNvPr id="1034" name="Picture 10" descr="IHP : IHP Logos">
            <a:hlinkClick r:id="rId6"/>
            <a:extLst>
              <a:ext uri="{FF2B5EF4-FFF2-40B4-BE49-F238E27FC236}">
                <a16:creationId xmlns:a16="http://schemas.microsoft.com/office/drawing/2014/main" id="{A101E8D2-85AC-03A1-2D57-62C3B2E06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38" y="3370711"/>
            <a:ext cx="1055913" cy="111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hlinkClick r:id="rId3"/>
            <a:extLst>
              <a:ext uri="{FF2B5EF4-FFF2-40B4-BE49-F238E27FC236}">
                <a16:creationId xmlns:a16="http://schemas.microsoft.com/office/drawing/2014/main" id="{34F1E3B8-8E35-B81E-8298-5F2E0EDC81BD}"/>
              </a:ext>
            </a:extLst>
          </p:cNvPr>
          <p:cNvSpPr txBox="1"/>
          <p:nvPr/>
        </p:nvSpPr>
        <p:spPr>
          <a:xfrm>
            <a:off x="9160457" y="3664570"/>
            <a:ext cx="25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  <a:hlinkClick r:id="rId6"/>
              </a:rPr>
              <a:t>IHP</a:t>
            </a:r>
            <a:endParaRPr lang="pt-PT" sz="32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FD9DF13-2AC2-DD64-B0BF-45CD9E39A939}"/>
              </a:ext>
            </a:extLst>
          </p:cNvPr>
          <p:cNvCxnSpPr/>
          <p:nvPr/>
        </p:nvCxnSpPr>
        <p:spPr>
          <a:xfrm>
            <a:off x="6678924" y="3102429"/>
            <a:ext cx="4337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5013FD8-3045-3CE6-1487-19B9C4C2C7C4}"/>
              </a:ext>
            </a:extLst>
          </p:cNvPr>
          <p:cNvCxnSpPr/>
          <p:nvPr/>
        </p:nvCxnSpPr>
        <p:spPr>
          <a:xfrm>
            <a:off x="6733353" y="4811486"/>
            <a:ext cx="4337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áfico 16">
            <a:hlinkClick r:id="rId10"/>
            <a:extLst>
              <a:ext uri="{FF2B5EF4-FFF2-40B4-BE49-F238E27FC236}">
                <a16:creationId xmlns:a16="http://schemas.microsoft.com/office/drawing/2014/main" id="{8E5CC4AE-AD0B-D6B7-8200-93A5C972CB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3353" y="5048763"/>
            <a:ext cx="1055914" cy="1055914"/>
          </a:xfrm>
          <a:prstGeom prst="rect">
            <a:avLst/>
          </a:prstGeom>
        </p:spPr>
      </p:pic>
      <p:sp>
        <p:nvSpPr>
          <p:cNvPr id="19" name="CaixaDeTexto 18">
            <a:hlinkClick r:id="rId10"/>
            <a:extLst>
              <a:ext uri="{FF2B5EF4-FFF2-40B4-BE49-F238E27FC236}">
                <a16:creationId xmlns:a16="http://schemas.microsoft.com/office/drawing/2014/main" id="{C44E515B-12FB-D4C5-49B2-462DF6FE0392}"/>
              </a:ext>
            </a:extLst>
          </p:cNvPr>
          <p:cNvSpPr txBox="1"/>
          <p:nvPr/>
        </p:nvSpPr>
        <p:spPr>
          <a:xfrm>
            <a:off x="9160457" y="5284333"/>
            <a:ext cx="2538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Skywater</a:t>
            </a:r>
            <a:endParaRPr lang="pt-PT" sz="3200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  <p:pic>
        <p:nvPicPr>
          <p:cNvPr id="1036" name="Picture 12" descr="SkyWater Technology logo in transparent PNG and vectorized SVG formats">
            <a:hlinkClick r:id="rId10"/>
            <a:extLst>
              <a:ext uri="{FF2B5EF4-FFF2-40B4-BE49-F238E27FC236}">
                <a16:creationId xmlns:a16="http://schemas.microsoft.com/office/drawing/2014/main" id="{0B685839-3E1E-125D-BC3E-C0B14E5BB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666" y="5047055"/>
            <a:ext cx="959677" cy="96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91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C053-2C0B-6287-E4CA-757D7B01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8A1AD-AC52-DFED-AB52-34FF213C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ABDBC1C-778E-8478-2C80-0A2CA90D0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6807"/>
            <a:ext cx="5733554" cy="4068974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080E449-BFD6-0330-BB00-10A046844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6" y="2696482"/>
            <a:ext cx="4332514" cy="1788432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A tensão no resistor será sempre V1, independente do valor do resistor.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79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C2C1C-402C-90A5-B794-3260A84F8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F0DFF-CD9D-A8C1-6835-BC91D225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B00560EA-D058-2259-C151-FA7EB8610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1286" y="1367710"/>
                <a:ext cx="4332514" cy="4924233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Com dois resistores, há uma divisão de tensão com:</a:t>
                </a:r>
                <a:b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</a:br>
                <a:b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+</m:t>
                        </m:r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Aqui há dependência da tensão de saída em relação a resistência.</a:t>
                </a:r>
              </a:p>
            </p:txBody>
          </p:sp>
        </mc:Choice>
        <mc:Fallback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B00560EA-D058-2259-C151-FA7EB8610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1286" y="1367710"/>
                <a:ext cx="4332514" cy="4924233"/>
              </a:xfrm>
              <a:blipFill>
                <a:blip r:embed="rId2"/>
                <a:stretch>
                  <a:fillRect l="-2532" t="-2104" r="-39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793E0F64-6384-BE87-FCF4-A2066DF2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21" y="1367710"/>
            <a:ext cx="6363588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7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8634-4632-5CCF-BDC1-490D7E55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7AB22-CC1C-41C3-5B23-CC3FF2E8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9C22CDF5-81BC-3785-707F-DF19127435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0029" y="1367710"/>
                <a:ext cx="4593771" cy="4924233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E se a resistência depender de uma tensão</a:t>
                </a:r>
                <a:r>
                  <a:rPr lang="pt-PT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?</a:t>
                </a:r>
              </a:p>
              <a:p>
                <a:pPr marL="0" indent="0">
                  <a:buNone/>
                </a:pPr>
                <a:b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𝑅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1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∗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𝐾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𝑜𝑢𝑡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𝐾</m:t>
                          </m:r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9C22CDF5-81BC-3785-707F-DF19127435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0029" y="1367710"/>
                <a:ext cx="4593771" cy="4924233"/>
              </a:xfrm>
              <a:blipFill>
                <a:blip r:embed="rId2"/>
                <a:stretch>
                  <a:fillRect l="-2785" t="-21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53FCE348-B8D2-3697-137C-E27A5643F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02" y="1463230"/>
            <a:ext cx="5783226" cy="482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4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90C1-D64B-E102-4DC2-5C804A48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2D5C6-F238-77C7-A547-4374D0ABD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EE6D2457-8A92-0A4B-CE12-11F0E1555C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8087" y="2013857"/>
                <a:ext cx="3407228" cy="44790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𝑅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1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𝑖𝑛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∗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𝐾</m:t>
                      </m:r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𝑜𝑢𝑡</m:t>
                          </m:r>
                        </m:sub>
                      </m:sSub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𝐾</m:t>
                          </m:r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EE6D2457-8A92-0A4B-CE12-11F0E1555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087" y="2013857"/>
                <a:ext cx="3407228" cy="4479018"/>
              </a:xfrm>
              <a:blipFill>
                <a:blip r:embed="rId2"/>
                <a:stretch>
                  <a:fillRect l="-3757" t="-2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MOSFET Amplifier - Electronics Post">
            <a:extLst>
              <a:ext uri="{FF2B5EF4-FFF2-40B4-BE49-F238E27FC236}">
                <a16:creationId xmlns:a16="http://schemas.microsoft.com/office/drawing/2014/main" id="{2155BFEE-F285-7FE4-FEB1-534F21C629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80"/>
          <a:stretch>
            <a:fillRect/>
          </a:stretch>
        </p:blipFill>
        <p:spPr bwMode="auto">
          <a:xfrm>
            <a:off x="4757058" y="1417411"/>
            <a:ext cx="4982651" cy="434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67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BE69-A095-1342-F9EB-F260C2FC2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AEC30-269A-3EF4-B59F-48B139EA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417B3C7B-291C-BD10-D594-0A4BCEBF66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8086" y="2013857"/>
                <a:ext cx="4173309" cy="44790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𝐾</m:t>
                          </m:r>
                        </m:num>
                        <m:den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PT" dirty="0">
                  <a:solidFill>
                    <a:schemeClr val="bg1"/>
                  </a:solidFill>
                  <a:latin typeface="Cambria Math" panose="02040503050406030204" pitchFamily="18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Cambria Math" panose="02040503050406030204" pitchFamily="18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Cambria Math" panose="02040503050406030204" pitchFamily="18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K linear -&gt; Análise de pequenos sinais.</a:t>
                </a: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Cambria Math" panose="02040503050406030204" pitchFamily="18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Cambria Math" panose="02040503050406030204" pitchFamily="18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K não linear -&gt; Análise de grandes sinais.</a:t>
                </a: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417B3C7B-291C-BD10-D594-0A4BCEBF66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086" y="2013857"/>
                <a:ext cx="4173309" cy="4479018"/>
              </a:xfrm>
              <a:blipFill>
                <a:blip r:embed="rId2"/>
                <a:stretch>
                  <a:fillRect l="-3070" r="-33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Small-Signal MOSFET Models for Analog IC Design - Technical Articles">
            <a:extLst>
              <a:ext uri="{FF2B5EF4-FFF2-40B4-BE49-F238E27FC236}">
                <a16:creationId xmlns:a16="http://schemas.microsoft.com/office/drawing/2014/main" id="{1E1D7DAE-5B60-F0B4-7675-D897ADF3C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510" y="1027906"/>
            <a:ext cx="569595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17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7FAC4-2C4E-3606-74E5-EA018F02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A48EC-E17A-F5A9-F16E-B0E2CAAF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C1B38A17-BF4E-7F3A-BAFC-0A77CC386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8086" y="2013857"/>
                <a:ext cx="4173309" cy="44790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𝐾</m:t>
                          </m:r>
                        </m:num>
                        <m:den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PT" dirty="0">
                  <a:solidFill>
                    <a:schemeClr val="bg1"/>
                  </a:solidFill>
                  <a:latin typeface="Cambria Math" panose="02040503050406030204" pitchFamily="18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Cambria Math" panose="02040503050406030204" pitchFamily="18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Cambria Math" panose="02040503050406030204" pitchFamily="18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K linear -&gt; Análise de pequenos sinais.</a:t>
                </a:r>
              </a:p>
              <a:p>
                <a:pPr marL="0" indent="0">
                  <a:buNone/>
                </a:pPr>
                <a:endParaRPr lang="pt-PT" dirty="0">
                  <a:solidFill>
                    <a:schemeClr val="bg1"/>
                  </a:solidFill>
                  <a:latin typeface="Cambria Math" panose="02040503050406030204" pitchFamily="18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r>
                  <a:rPr lang="pt-PT" dirty="0">
                    <a:solidFill>
                      <a:schemeClr val="bg1"/>
                    </a:solidFill>
                    <a:latin typeface="Cambria Math" panose="02040503050406030204" pitchFamily="18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K não linear -&gt; Análise de grandes sinais.</a:t>
                </a: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C1B38A17-BF4E-7F3A-BAFC-0A77CC386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086" y="2013857"/>
                <a:ext cx="4173309" cy="4479018"/>
              </a:xfrm>
              <a:blipFill>
                <a:blip r:embed="rId2"/>
                <a:stretch>
                  <a:fillRect l="-3070" r="-33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Small-Signal MOSFET Models for Analog IC Design - Technical Articles">
            <a:extLst>
              <a:ext uri="{FF2B5EF4-FFF2-40B4-BE49-F238E27FC236}">
                <a16:creationId xmlns:a16="http://schemas.microsoft.com/office/drawing/2014/main" id="{375B931B-D2E8-9122-FA2B-C5973FC10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510" y="1027906"/>
            <a:ext cx="569595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06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D8C36-02D0-50B1-F9BC-9F412C1D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A1ADB-DC2B-A7B5-F9E2-175BA9A10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Introdução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BEDDCA39-F40F-D933-107A-28CBEA84F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0029" y="1367710"/>
                <a:ext cx="4593771" cy="49242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𝑅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1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≫</m:t>
                    </m:r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𝑅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2</m:t>
                        </m:r>
                      </m:sub>
                    </m:sSub>
                  </m:oMath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Open Sans" panose="020B0606030504020204" pitchFamily="2" charset="0"/>
                          <a:cs typeface="Open Sans" panose="020B0606030504020204" pitchFamily="2" charset="0"/>
                        </a:rPr>
                        <m:t>=</m:t>
                      </m:r>
                      <m:sSub>
                        <m:sSub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𝑉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Open Sans" panose="020B0606030504020204" pitchFamily="2" charset="0"/>
                              <a:cs typeface="Open Sans" panose="020B0606030504020204" pitchFamily="2" charset="0"/>
                            </a:rPr>
                            <m:t>𝐾</m:t>
                          </m:r>
                        </m:num>
                        <m:den>
                          <m:sSub>
                            <m:sSubPr>
                              <m:ctrlP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2" charset="0"/>
                                  <a:cs typeface="Open Sans" panose="020B0606030504020204" pitchFamily="2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>
                  <a:buNone/>
                </a:pP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Essa é a base lógica para amplificação.</a:t>
                </a:r>
              </a:p>
            </p:txBody>
          </p:sp>
        </mc:Choice>
        <mc:Fallback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BEDDCA39-F40F-D933-107A-28CBEA84F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0029" y="1367710"/>
                <a:ext cx="4593771" cy="4924233"/>
              </a:xfrm>
              <a:blipFill>
                <a:blip r:embed="rId2"/>
                <a:stretch>
                  <a:fillRect l="-2785" t="-21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51A1D200-76E1-774E-3AFE-6060A8E96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02" y="1463230"/>
            <a:ext cx="5783226" cy="482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30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9BA2-69A1-B78A-99ED-5292DE9DA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4EB10-C9E8-0428-758B-7923F25B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Análise em transistores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AA42B3BF-E025-CB60-6CC2-B7AB8A223F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56228" y="3233057"/>
                <a:ext cx="2024742" cy="14695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8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~</m:t>
                      </m:r>
                    </m:oMath>
                  </m:oMathPara>
                </a14:m>
                <a:endParaRPr lang="pt-BR" sz="8000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8" name="Espaço Reservado para Conteúdo 2">
                <a:extLst>
                  <a:ext uri="{FF2B5EF4-FFF2-40B4-BE49-F238E27FC236}">
                    <a16:creationId xmlns:a16="http://schemas.microsoft.com/office/drawing/2014/main" id="{AA42B3BF-E025-CB60-6CC2-B7AB8A223F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56228" y="3233057"/>
                <a:ext cx="2024742" cy="1469571"/>
              </a:xfrm>
              <a:blipFill>
                <a:blip r:embed="rId2"/>
                <a:stretch>
                  <a:fillRect t="-26556" r="-11446" b="-190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7AA89FDA-2291-E9A5-6149-1CCFD6B83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94" y="2344031"/>
            <a:ext cx="5248763" cy="318930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5E41A9B-E522-1151-C292-539A01605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35" y="2198365"/>
            <a:ext cx="4431065" cy="348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65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53094-2E9A-DD8D-0948-750948DE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25AE6-F0EA-EEAE-6A75-A3FD2AD1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Análise em transistores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55CFE00-85A0-52F4-9649-FB0D7820B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02" y="1988550"/>
            <a:ext cx="4995642" cy="3924113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357A3ED-21CE-3AB2-0657-9B0A2BC67201}"/>
              </a:ext>
            </a:extLst>
          </p:cNvPr>
          <p:cNvCxnSpPr>
            <a:cxnSpLocks/>
          </p:cNvCxnSpPr>
          <p:nvPr/>
        </p:nvCxnSpPr>
        <p:spPr>
          <a:xfrm flipH="1" flipV="1">
            <a:off x="3108323" y="3635829"/>
            <a:ext cx="3814991" cy="170762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05E7BE7-2F24-AD70-7B15-4ABDC95A5FC8}"/>
              </a:ext>
            </a:extLst>
          </p:cNvPr>
          <p:cNvCxnSpPr>
            <a:cxnSpLocks/>
          </p:cNvCxnSpPr>
          <p:nvPr/>
        </p:nvCxnSpPr>
        <p:spPr>
          <a:xfrm flipH="1" flipV="1">
            <a:off x="4678362" y="3429000"/>
            <a:ext cx="2244952" cy="190213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C2C7DB00-6543-49D6-7BD6-197997C6F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249" y="4966380"/>
            <a:ext cx="4593771" cy="946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Como encontrar esse valores</a:t>
            </a:r>
            <a:r>
              <a:rPr lang="pt-PT" dirty="0">
                <a:solidFill>
                  <a:schemeClr val="bg1"/>
                </a:solidFill>
                <a:latin typeface="Open Sans" panose="020B0606030504020204" pitchFamily="2" charset="0"/>
                <a:ea typeface="Open Sans" panose="020B0606030504020204" pitchFamily="2" charset="0"/>
                <a:cs typeface="Open Sans" panose="020B0606030504020204" pitchFamily="2" charset="0"/>
              </a:rPr>
              <a:t>?</a:t>
            </a:r>
            <a:endParaRPr lang="pt-BR" dirty="0">
              <a:solidFill>
                <a:schemeClr val="bg1"/>
              </a:solidFill>
              <a:latin typeface="Open Sans" panose="020B0606030504020204" pitchFamily="2" charset="0"/>
              <a:ea typeface="Open Sans" panose="020B0606030504020204" pitchFamily="2" charset="0"/>
              <a:cs typeface="Open Sans" panose="020B0606030504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672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F3597-740F-8BFA-00E0-87FFF1A7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AE77B-BE3B-A340-BA22-609776D7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Análise em transistores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2475FB0-253F-3B5F-51CD-0DC845A7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57" y="2484277"/>
            <a:ext cx="3613156" cy="28381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5E82D6D6-0C80-8823-1DB6-822A001D8E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3799" y="1999436"/>
                <a:ext cx="8131629" cy="430339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𝐼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</m:t>
                        </m:r>
                      </m:sub>
                    </m:sSub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𝜇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𝐶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𝑊</m:t>
                        </m:r>
                      </m:num>
                      <m:den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𝐿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d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2</m:t>
                        </m:r>
                        <m:d>
                          <m:d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𝐺𝑆</m:t>
                                </m:r>
                              </m:sub>
                            </m:s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𝑇𝐻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𝐷𝑆</m:t>
                            </m:r>
                          </m:sub>
                        </m:s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Sup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𝐷𝑆</m:t>
                            </m:r>
                          </m:sub>
                          <m:sup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pt-PT" b="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(triodo)</a:t>
                </a:r>
              </a:p>
              <a:p>
                <a:pPr marL="0" indent="0" algn="ctr">
                  <a:buNone/>
                </a:pPr>
                <a:endParaRPr lang="pt-PT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𝐼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𝜇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𝐶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𝑊</m:t>
                        </m:r>
                      </m:num>
                      <m:den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𝐿</m:t>
                        </m:r>
                      </m:den>
                    </m:f>
                    <m:sSup>
                      <m:sSup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𝐺𝑆</m:t>
                                </m:r>
                              </m:sub>
                            </m:s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𝑇𝐻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d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1+</m:t>
                        </m:r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𝜆</m:t>
                        </m:r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𝐷𝑆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(saturado)</a:t>
                </a:r>
              </a:p>
              <a:p>
                <a:pPr marL="0" indent="0" algn="ctr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𝑔</m:t>
                        </m:r>
                      </m:e>
                      <m:sub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𝑚</m:t>
                        </m:r>
                      </m:sub>
                    </m:sSub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f>
                      <m:fPr>
                        <m:ctrlP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pt-P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pt-P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𝐺𝑆</m:t>
                            </m:r>
                          </m:sub>
                        </m:sSub>
                      </m:den>
                    </m:f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sSub>
                      <m:sSubPr>
                        <m:ctrlP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𝜇</m:t>
                        </m:r>
                      </m:e>
                      <m:sub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𝐶</m:t>
                        </m:r>
                      </m:e>
                      <m:sub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𝑊</m:t>
                        </m:r>
                      </m:num>
                      <m:den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𝑉</m:t>
                        </m:r>
                      </m:e>
                      <m:sub>
                        <m:r>
                          <a:rPr lang="pt-P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(</a:t>
                </a:r>
                <a:r>
                  <a:rPr lang="pt-BR" dirty="0" err="1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triodo</a:t>
                </a:r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)</a:t>
                </a:r>
              </a:p>
              <a:p>
                <a:pPr marL="0" indent="0" algn="ctr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𝜆</m:t>
                    </m:r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𝐷𝑆</m:t>
                            </m:r>
                          </m:sub>
                        </m:sSub>
                      </m:den>
                    </m:f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2</m:t>
                        </m:r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𝑜𝑥</m:t>
                            </m:r>
                          </m:sub>
                        </m:s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𝑊</m:t>
                        </m:r>
                        <m:sSup>
                          <m:sSup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PT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2" charset="0"/>
                                        <a:cs typeface="Open Sans" panose="020B060603050402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2" charset="0"/>
                                        <a:cs typeface="Open Sans" panose="020B0606030504020204" pitchFamily="2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pt-PT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2" charset="0"/>
                                        <a:cs typeface="Open Sans" panose="020B0606030504020204" pitchFamily="2" charset="0"/>
                                      </a:rPr>
                                      <m:t>𝐺𝑆</m:t>
                                    </m:r>
                                  </m:sub>
                                </m:sSub>
                                <m:r>
                                  <a:rPr lang="pt-PT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2" charset="0"/>
                                    <a:cs typeface="Open Sans" panose="020B0606030504020204" pitchFamily="2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PT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2" charset="0"/>
                                        <a:cs typeface="Open Sans" panose="020B0606030504020204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2" charset="0"/>
                                        <a:cs typeface="Open Sans" panose="020B0606030504020204" pitchFamily="2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pt-PT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Open Sans" panose="020B0606030504020204" pitchFamily="2" charset="0"/>
                                        <a:cs typeface="Open Sans" panose="020B0606030504020204" pitchFamily="2" charset="0"/>
                                      </a:rPr>
                                      <m:t>𝑇𝐻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(saturado)</a:t>
                </a:r>
              </a:p>
              <a:p>
                <a:pPr marL="0" indent="0" algn="ctr">
                  <a:buNone/>
                </a:pPr>
                <a:endParaRPr lang="pt-BR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𝑟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0</m:t>
                        </m:r>
                      </m:sub>
                    </m:sSub>
                    <m:r>
                      <a:rPr lang="pt-PT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 panose="020B0606030504020204" pitchFamily="2" charset="0"/>
                        <a:cs typeface="Open Sans" panose="020B0606030504020204" pitchFamily="2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 panose="020B0606030504020204" pitchFamily="2" charset="0"/>
                            <a:cs typeface="Open Sans" panose="020B0606030504020204" pitchFamily="2" charset="0"/>
                          </a:rPr>
                          <m:t>𝜆</m:t>
                        </m:r>
                        <m:sSub>
                          <m:sSubPr>
                            <m:ctrlP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2" charset="0"/>
                                <a:cs typeface="Open Sans" panose="020B0606030504020204" pitchFamily="2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Open Sans" panose="020B0606030504020204" pitchFamily="2" charset="0"/>
                    <a:ea typeface="Open Sans" panose="020B0606030504020204" pitchFamily="2" charset="0"/>
                    <a:cs typeface="Open Sans" panose="020B0606030504020204" pitchFamily="2" charset="0"/>
                  </a:rPr>
                  <a:t> (tríodo)</a:t>
                </a:r>
              </a:p>
            </p:txBody>
          </p:sp>
        </mc:Choice>
        <mc:Fallback>
          <p:sp>
            <p:nvSpPr>
              <p:cNvPr id="15" name="Espaço Reservado para Conteúdo 2">
                <a:extLst>
                  <a:ext uri="{FF2B5EF4-FFF2-40B4-BE49-F238E27FC236}">
                    <a16:creationId xmlns:a16="http://schemas.microsoft.com/office/drawing/2014/main" id="{5E82D6D6-0C80-8823-1DB6-822A001D8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3799" y="1999436"/>
                <a:ext cx="8131629" cy="4303393"/>
              </a:xfrm>
              <a:blipFill>
                <a:blip r:embed="rId3"/>
                <a:stretch>
                  <a:fillRect t="-22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051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7DBE-9E64-3013-9A71-A86FEA85C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3C0B454F-3635-9AB6-7B6B-CA7A86848F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PT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PT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Franklin Gothic Medium Cond" panose="020B0606030402020204" pitchFamily="34" charset="0"/>
                  </a:rPr>
                  <a:t> e suas proporcionalidades</a:t>
                </a:r>
              </a:p>
            </p:txBody>
          </p:sp>
        </mc:Choice>
        <mc:Fallback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3C0B454F-3635-9AB6-7B6B-CA7A86848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DA3853BB-9F1E-84AE-EE47-E2EA25BBF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70" y="1937604"/>
            <a:ext cx="10193173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99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3D831-E80F-A865-6C09-74DE765E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29A76-BFB8-75DF-B8FC-6A2BDD7C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Análise em transistores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spaço Reservado para Conteúdo 2">
                <a:extLst>
                  <a:ext uri="{FF2B5EF4-FFF2-40B4-BE49-F238E27FC236}">
                    <a16:creationId xmlns:a16="http://schemas.microsoft.com/office/drawing/2014/main" id="{F5DDFB9D-193C-21B7-9905-03F5CD1D33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00457" y="3222172"/>
                <a:ext cx="2024742" cy="14695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8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2" charset="0"/>
                        </a:rPr>
                        <m:t>~</m:t>
                      </m:r>
                    </m:oMath>
                  </m:oMathPara>
                </a14:m>
                <a:endParaRPr lang="pt-BR" sz="8000" dirty="0">
                  <a:solidFill>
                    <a:schemeClr val="bg1"/>
                  </a:solidFill>
                  <a:latin typeface="Open Sans" panose="020B0606030504020204" pitchFamily="2" charset="0"/>
                  <a:ea typeface="Open Sans" panose="020B0606030504020204" pitchFamily="2" charset="0"/>
                  <a:cs typeface="Open Sans" panose="020B0606030504020204" pitchFamily="2" charset="0"/>
                </a:endParaRPr>
              </a:p>
            </p:txBody>
          </p:sp>
        </mc:Choice>
        <mc:Fallback>
          <p:sp>
            <p:nvSpPr>
              <p:cNvPr id="10" name="Espaço Reservado para Conteúdo 2">
                <a:extLst>
                  <a:ext uri="{FF2B5EF4-FFF2-40B4-BE49-F238E27FC236}">
                    <a16:creationId xmlns:a16="http://schemas.microsoft.com/office/drawing/2014/main" id="{F5DDFB9D-193C-21B7-9905-03F5CD1D33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0457" y="3222172"/>
                <a:ext cx="2024742" cy="1469571"/>
              </a:xfrm>
              <a:blipFill>
                <a:blip r:embed="rId2"/>
                <a:stretch>
                  <a:fillRect t="-26556" r="-11111" b="-190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m 11">
            <a:extLst>
              <a:ext uri="{FF2B5EF4-FFF2-40B4-BE49-F238E27FC236}">
                <a16:creationId xmlns:a16="http://schemas.microsoft.com/office/drawing/2014/main" id="{B45244AA-6C7F-26C8-4F7C-11F264DBE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536" y="2351914"/>
            <a:ext cx="5505576" cy="292132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8F60584-1978-E808-F441-8A8FA6DB2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29" y="1841979"/>
            <a:ext cx="4527373" cy="4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69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CDB08-94D7-BD51-01C0-CBA93540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B26F6-49D7-0236-BF6D-EF3A470FA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743" y="2259239"/>
            <a:ext cx="6150428" cy="265021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  <a:t>OBRIGADO!</a:t>
            </a:r>
            <a:b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</a:br>
            <a:b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</a:br>
            <a:r>
              <a:rPr lang="pt-BR" dirty="0">
                <a:solidFill>
                  <a:schemeClr val="bg1"/>
                </a:solidFill>
                <a:latin typeface="Franklin Gothic Medium Cond" panose="020B0606030402020204" pitchFamily="34" charset="0"/>
                <a:ea typeface="Open Sans" panose="020B0606030504020204" pitchFamily="2" charset="0"/>
                <a:cs typeface="Open Sans" panose="020B0606030504020204" pitchFamily="2" charset="0"/>
              </a:rPr>
              <a:t>E MÃOS A OBRA</a:t>
            </a:r>
          </a:p>
        </p:txBody>
      </p:sp>
    </p:spTree>
    <p:extLst>
      <p:ext uri="{BB962C8B-B14F-4D97-AF65-F5344CB8AC3E}">
        <p14:creationId xmlns:p14="http://schemas.microsoft.com/office/powerpoint/2010/main" val="2055148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</TotalTime>
  <Words>271</Words>
  <Application>Microsoft Office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EurostileLTW04-BoldExt2</vt:lpstr>
      <vt:lpstr>Franklin Gothic Medium Cond</vt:lpstr>
      <vt:lpstr>Open Sans</vt:lpstr>
      <vt:lpstr>Tema do Office</vt:lpstr>
      <vt:lpstr>Grupo de Estudos em Microeletrônica de Radiofrequência</vt:lpstr>
      <vt:lpstr>Transistores como Amplificadores</vt:lpstr>
      <vt:lpstr>Sumário</vt:lpstr>
      <vt:lpstr>Referências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Análise em transistores</vt:lpstr>
      <vt:lpstr>Análise em transistores</vt:lpstr>
      <vt:lpstr>Análise em transistores</vt:lpstr>
      <vt:lpstr>g_m e suas proporcionalidades</vt:lpstr>
      <vt:lpstr>Análise em transistores</vt:lpstr>
      <vt:lpstr>OBRIGADO!  E MÃOS A OBRA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Gurgel</dc:creator>
  <cp:lastModifiedBy>Nathan Gurgel</cp:lastModifiedBy>
  <cp:revision>1</cp:revision>
  <dcterms:created xsi:type="dcterms:W3CDTF">2025-08-09T19:39:37Z</dcterms:created>
  <dcterms:modified xsi:type="dcterms:W3CDTF">2025-09-13T16:14:55Z</dcterms:modified>
</cp:coreProperties>
</file>