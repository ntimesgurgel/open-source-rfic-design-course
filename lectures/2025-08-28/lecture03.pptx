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80" r:id="rId4"/>
    <p:sldId id="257" r:id="rId5"/>
    <p:sldId id="281" r:id="rId6"/>
    <p:sldId id="282" r:id="rId7"/>
    <p:sldId id="297" r:id="rId8"/>
    <p:sldId id="298" r:id="rId9"/>
    <p:sldId id="299" r:id="rId10"/>
    <p:sldId id="306" r:id="rId11"/>
    <p:sldId id="300" r:id="rId12"/>
    <p:sldId id="305" r:id="rId13"/>
    <p:sldId id="302" r:id="rId14"/>
    <p:sldId id="304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277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DF112-7B9F-4F0A-BFF0-672E63768419}" v="132" dt="2025-08-31T14:31:19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Gurgel" userId="25a4c336f2f0df70" providerId="LiveId" clId="{4D9A878A-7AAA-4B8A-9CF5-F2483BDAF3D4}"/>
    <pc:docChg chg="undo custSel addSld delSld modSld sldOrd modMainMaster">
      <pc:chgData name="Nathan Gurgel" userId="25a4c336f2f0df70" providerId="LiveId" clId="{4D9A878A-7AAA-4B8A-9CF5-F2483BDAF3D4}" dt="2025-08-09T22:04:33.228" v="5197"/>
      <pc:docMkLst>
        <pc:docMk/>
      </pc:docMkLst>
      <pc:sldChg chg="addSp delSp modSp new mod setBg">
        <pc:chgData name="Nathan Gurgel" userId="25a4c336f2f0df70" providerId="LiveId" clId="{4D9A878A-7AAA-4B8A-9CF5-F2483BDAF3D4}" dt="2025-08-09T20:27:21.836" v="1445" actId="20577"/>
        <pc:sldMkLst>
          <pc:docMk/>
          <pc:sldMk cId="3605044296" sldId="256"/>
        </pc:sldMkLst>
        <pc:spChg chg="mod">
          <ac:chgData name="Nathan Gurgel" userId="25a4c336f2f0df70" providerId="LiveId" clId="{4D9A878A-7AAA-4B8A-9CF5-F2483BDAF3D4}" dt="2025-08-09T20:27:21.836" v="1445" actId="20577"/>
          <ac:spMkLst>
            <pc:docMk/>
            <pc:sldMk cId="3605044296" sldId="256"/>
            <ac:spMk id="2" creationId="{DD1828F5-B046-50B4-3ABF-F911C8DC7027}"/>
          </ac:spMkLst>
        </pc:spChg>
        <pc:spChg chg="mod">
          <ac:chgData name="Nathan Gurgel" userId="25a4c336f2f0df70" providerId="LiveId" clId="{4D9A878A-7AAA-4B8A-9CF5-F2483BDAF3D4}" dt="2025-08-09T19:55:02.210" v="154" actId="1076"/>
          <ac:spMkLst>
            <pc:docMk/>
            <pc:sldMk cId="3605044296" sldId="256"/>
            <ac:spMk id="3" creationId="{9F24874A-2140-67C3-E09F-0A5B692662BD}"/>
          </ac:spMkLst>
        </pc:spChg>
      </pc:sldChg>
      <pc:sldChg chg="addSp delSp modSp new mod setBg">
        <pc:chgData name="Nathan Gurgel" userId="25a4c336f2f0df70" providerId="LiveId" clId="{4D9A878A-7AAA-4B8A-9CF5-F2483BDAF3D4}" dt="2025-08-09T20:41:19.297" v="1823" actId="20577"/>
        <pc:sldMkLst>
          <pc:docMk/>
          <pc:sldMk cId="4078916280" sldId="257"/>
        </pc:sldMkLst>
        <pc:spChg chg="mod">
          <ac:chgData name="Nathan Gurgel" userId="25a4c336f2f0df70" providerId="LiveId" clId="{4D9A878A-7AAA-4B8A-9CF5-F2483BDAF3D4}" dt="2025-08-09T19:56:06.910" v="190" actId="207"/>
          <ac:spMkLst>
            <pc:docMk/>
            <pc:sldMk cId="4078916280" sldId="257"/>
            <ac:spMk id="2" creationId="{02680B92-200C-A02F-3789-3B047F4892DE}"/>
          </ac:spMkLst>
        </pc:spChg>
      </pc:sldChg>
      <pc:sldChg chg="addSp delSp modSp add mod">
        <pc:chgData name="Nathan Gurgel" userId="25a4c336f2f0df70" providerId="LiveId" clId="{4D9A878A-7AAA-4B8A-9CF5-F2483BDAF3D4}" dt="2025-08-09T20:09:55.658" v="538" actId="1076"/>
        <pc:sldMkLst>
          <pc:docMk/>
          <pc:sldMk cId="1314506896" sldId="258"/>
        </pc:sldMkLst>
      </pc:sldChg>
      <pc:sldChg chg="new del">
        <pc:chgData name="Nathan Gurgel" userId="25a4c336f2f0df70" providerId="LiveId" clId="{4D9A878A-7AAA-4B8A-9CF5-F2483BDAF3D4}" dt="2025-08-09T20:08:42.860" v="371" actId="47"/>
        <pc:sldMkLst>
          <pc:docMk/>
          <pc:sldMk cId="1350628161" sldId="258"/>
        </pc:sldMkLst>
      </pc:sldChg>
      <pc:sldChg chg="addSp delSp modSp add mod">
        <pc:chgData name="Nathan Gurgel" userId="25a4c336f2f0df70" providerId="LiveId" clId="{4D9A878A-7AAA-4B8A-9CF5-F2483BDAF3D4}" dt="2025-08-09T20:18:21.375" v="1236" actId="1076"/>
        <pc:sldMkLst>
          <pc:docMk/>
          <pc:sldMk cId="2209230879" sldId="259"/>
        </pc:sldMkLst>
      </pc:sldChg>
      <pc:sldChg chg="addSp delSp modSp add mod ord">
        <pc:chgData name="Nathan Gurgel" userId="25a4c336f2f0df70" providerId="LiveId" clId="{4D9A878A-7AAA-4B8A-9CF5-F2483BDAF3D4}" dt="2025-08-09T20:27:01.171" v="1426" actId="1076"/>
        <pc:sldMkLst>
          <pc:docMk/>
          <pc:sldMk cId="1173941202" sldId="260"/>
        </pc:sldMkLst>
      </pc:sldChg>
      <pc:sldChg chg="addSp delSp modSp add del mod">
        <pc:chgData name="Nathan Gurgel" userId="25a4c336f2f0df70" providerId="LiveId" clId="{4D9A878A-7AAA-4B8A-9CF5-F2483BDAF3D4}" dt="2025-08-09T20:31:36.556" v="1499" actId="47"/>
        <pc:sldMkLst>
          <pc:docMk/>
          <pc:sldMk cId="2573253036" sldId="261"/>
        </pc:sldMkLst>
      </pc:sldChg>
      <pc:sldChg chg="addSp modSp add mod">
        <pc:chgData name="Nathan Gurgel" userId="25a4c336f2f0df70" providerId="LiveId" clId="{4D9A878A-7AAA-4B8A-9CF5-F2483BDAF3D4}" dt="2025-08-09T20:33:58.654" v="1583" actId="113"/>
        <pc:sldMkLst>
          <pc:docMk/>
          <pc:sldMk cId="362359853" sldId="262"/>
        </pc:sldMkLst>
      </pc:sldChg>
      <pc:sldChg chg="addSp delSp modSp add mod">
        <pc:chgData name="Nathan Gurgel" userId="25a4c336f2f0df70" providerId="LiveId" clId="{4D9A878A-7AAA-4B8A-9CF5-F2483BDAF3D4}" dt="2025-08-09T20:37:23.534" v="1694" actId="14100"/>
        <pc:sldMkLst>
          <pc:docMk/>
          <pc:sldMk cId="423001198" sldId="263"/>
        </pc:sldMkLst>
      </pc:sldChg>
      <pc:sldChg chg="addSp delSp modSp add mod">
        <pc:chgData name="Nathan Gurgel" userId="25a4c336f2f0df70" providerId="LiveId" clId="{4D9A878A-7AAA-4B8A-9CF5-F2483BDAF3D4}" dt="2025-08-09T20:57:40.085" v="2050" actId="1076"/>
        <pc:sldMkLst>
          <pc:docMk/>
          <pc:sldMk cId="2710489774" sldId="264"/>
        </pc:sldMkLst>
      </pc:sldChg>
      <pc:sldChg chg="addSp delSp modSp add mod">
        <pc:chgData name="Nathan Gurgel" userId="25a4c336f2f0df70" providerId="LiveId" clId="{4D9A878A-7AAA-4B8A-9CF5-F2483BDAF3D4}" dt="2025-08-09T21:10:23.198" v="2139" actId="1076"/>
        <pc:sldMkLst>
          <pc:docMk/>
          <pc:sldMk cId="2009367377" sldId="265"/>
        </pc:sldMkLst>
      </pc:sldChg>
      <pc:sldChg chg="addSp delSp modSp add mod">
        <pc:chgData name="Nathan Gurgel" userId="25a4c336f2f0df70" providerId="LiveId" clId="{4D9A878A-7AAA-4B8A-9CF5-F2483BDAF3D4}" dt="2025-08-09T21:13:54.283" v="2400" actId="1076"/>
        <pc:sldMkLst>
          <pc:docMk/>
          <pc:sldMk cId="1581287471" sldId="266"/>
        </pc:sldMkLst>
      </pc:sldChg>
      <pc:sldChg chg="addSp delSp modSp add mod">
        <pc:chgData name="Nathan Gurgel" userId="25a4c336f2f0df70" providerId="LiveId" clId="{4D9A878A-7AAA-4B8A-9CF5-F2483BDAF3D4}" dt="2025-08-09T21:19:54.979" v="2741" actId="20577"/>
        <pc:sldMkLst>
          <pc:docMk/>
          <pc:sldMk cId="1232001181" sldId="267"/>
        </pc:sldMkLst>
      </pc:sldChg>
      <pc:sldChg chg="addSp delSp modSp add mod">
        <pc:chgData name="Nathan Gurgel" userId="25a4c336f2f0df70" providerId="LiveId" clId="{4D9A878A-7AAA-4B8A-9CF5-F2483BDAF3D4}" dt="2025-08-09T21:23:51.612" v="3019" actId="20577"/>
        <pc:sldMkLst>
          <pc:docMk/>
          <pc:sldMk cId="1615588479" sldId="268"/>
        </pc:sldMkLst>
      </pc:sldChg>
      <pc:sldChg chg="addSp delSp modSp add mod">
        <pc:chgData name="Nathan Gurgel" userId="25a4c336f2f0df70" providerId="LiveId" clId="{4D9A878A-7AAA-4B8A-9CF5-F2483BDAF3D4}" dt="2025-08-09T21:32:22.974" v="3173" actId="1076"/>
        <pc:sldMkLst>
          <pc:docMk/>
          <pc:sldMk cId="1260444861" sldId="269"/>
        </pc:sldMkLst>
      </pc:sldChg>
      <pc:sldChg chg="addSp delSp modSp add mod">
        <pc:chgData name="Nathan Gurgel" userId="25a4c336f2f0df70" providerId="LiveId" clId="{4D9A878A-7AAA-4B8A-9CF5-F2483BDAF3D4}" dt="2025-08-09T21:35:24.985" v="3328" actId="20577"/>
        <pc:sldMkLst>
          <pc:docMk/>
          <pc:sldMk cId="2920410790" sldId="270"/>
        </pc:sldMkLst>
      </pc:sldChg>
      <pc:sldChg chg="delSp modSp add mod">
        <pc:chgData name="Nathan Gurgel" userId="25a4c336f2f0df70" providerId="LiveId" clId="{4D9A878A-7AAA-4B8A-9CF5-F2483BDAF3D4}" dt="2025-08-09T21:37:57.232" v="3541" actId="14100"/>
        <pc:sldMkLst>
          <pc:docMk/>
          <pc:sldMk cId="2265293554" sldId="271"/>
        </pc:sldMkLst>
      </pc:sldChg>
      <pc:sldChg chg="modSp add mod">
        <pc:chgData name="Nathan Gurgel" userId="25a4c336f2f0df70" providerId="LiveId" clId="{4D9A878A-7AAA-4B8A-9CF5-F2483BDAF3D4}" dt="2025-08-09T21:39:30.589" v="3787" actId="14100"/>
        <pc:sldMkLst>
          <pc:docMk/>
          <pc:sldMk cId="2848498186" sldId="272"/>
        </pc:sldMkLst>
      </pc:sldChg>
      <pc:sldChg chg="addSp modSp add mod">
        <pc:chgData name="Nathan Gurgel" userId="25a4c336f2f0df70" providerId="LiveId" clId="{4D9A878A-7AAA-4B8A-9CF5-F2483BDAF3D4}" dt="2025-08-09T21:49:35.751" v="4162" actId="20577"/>
        <pc:sldMkLst>
          <pc:docMk/>
          <pc:sldMk cId="2825587910" sldId="273"/>
        </pc:sldMkLst>
      </pc:sldChg>
      <pc:sldChg chg="delSp modSp add del mod">
        <pc:chgData name="Nathan Gurgel" userId="25a4c336f2f0df70" providerId="LiveId" clId="{4D9A878A-7AAA-4B8A-9CF5-F2483BDAF3D4}" dt="2025-08-09T21:55:20.717" v="4506" actId="47"/>
        <pc:sldMkLst>
          <pc:docMk/>
          <pc:sldMk cId="1600558634" sldId="274"/>
        </pc:sldMkLst>
      </pc:sldChg>
      <pc:sldChg chg="addSp delSp modSp add mod">
        <pc:chgData name="Nathan Gurgel" userId="25a4c336f2f0df70" providerId="LiveId" clId="{4D9A878A-7AAA-4B8A-9CF5-F2483BDAF3D4}" dt="2025-08-09T21:55:15.290" v="4505" actId="1076"/>
        <pc:sldMkLst>
          <pc:docMk/>
          <pc:sldMk cId="725298935" sldId="275"/>
        </pc:sldMkLst>
      </pc:sldChg>
      <pc:sldChg chg="delSp modSp add mod">
        <pc:chgData name="Nathan Gurgel" userId="25a4c336f2f0df70" providerId="LiveId" clId="{4D9A878A-7AAA-4B8A-9CF5-F2483BDAF3D4}" dt="2025-08-09T21:59:07.102" v="4864" actId="20577"/>
        <pc:sldMkLst>
          <pc:docMk/>
          <pc:sldMk cId="3392781906" sldId="276"/>
        </pc:sldMkLst>
      </pc:sldChg>
      <pc:sldChg chg="delSp modSp add mod setBg">
        <pc:chgData name="Nathan Gurgel" userId="25a4c336f2f0df70" providerId="LiveId" clId="{4D9A878A-7AAA-4B8A-9CF5-F2483BDAF3D4}" dt="2025-08-09T22:04:33.228" v="5197"/>
        <pc:sldMkLst>
          <pc:docMk/>
          <pc:sldMk cId="2055148596" sldId="277"/>
        </pc:sldMkLst>
        <pc:spChg chg="mod">
          <ac:chgData name="Nathan Gurgel" userId="25a4c336f2f0df70" providerId="LiveId" clId="{4D9A878A-7AAA-4B8A-9CF5-F2483BDAF3D4}" dt="2025-08-09T22:00:25.334" v="4904" actId="1076"/>
          <ac:spMkLst>
            <pc:docMk/>
            <pc:sldMk cId="2055148596" sldId="277"/>
            <ac:spMk id="2" creationId="{976B26F6-49D7-0236-BF6D-EF3A470FA1CE}"/>
          </ac:spMkLst>
        </pc:spChg>
      </pc:sldChg>
      <pc:sldChg chg="delSp modSp add mod">
        <pc:chgData name="Nathan Gurgel" userId="25a4c336f2f0df70" providerId="LiveId" clId="{4D9A878A-7AAA-4B8A-9CF5-F2483BDAF3D4}" dt="2025-08-09T22:03:53.650" v="5195" actId="20577"/>
        <pc:sldMkLst>
          <pc:docMk/>
          <pc:sldMk cId="1278808268" sldId="278"/>
        </pc:sldMkLst>
      </pc:sldChg>
      <pc:sldMasterChg chg="setBg modSldLayout">
        <pc:chgData name="Nathan Gurgel" userId="25a4c336f2f0df70" providerId="LiveId" clId="{4D9A878A-7AAA-4B8A-9CF5-F2483BDAF3D4}" dt="2025-08-09T20:06:48.716" v="321"/>
        <pc:sldMasterMkLst>
          <pc:docMk/>
          <pc:sldMasterMk cId="3123227962" sldId="2147483648"/>
        </pc:sldMasterMkLst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102850629" sldId="2147483649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491353223" sldId="2147483650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74924965" sldId="2147483651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31326597" sldId="2147483652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1141188916" sldId="2147483653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75156427" sldId="2147483654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14830796" sldId="2147483655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394528572" sldId="2147483656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06916262" sldId="2147483657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88274557" sldId="2147483658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562320367" sldId="2147483659"/>
          </pc:sldLayoutMkLst>
        </pc:sldLayoutChg>
      </pc:sldMasterChg>
    </pc:docChg>
  </pc:docChgLst>
  <pc:docChgLst>
    <pc:chgData name="Nathan Gurgel" userId="25a4c336f2f0df70" providerId="LiveId" clId="{87C1BFCA-7DC9-4E8A-A70F-FB12F2B7065E}"/>
    <pc:docChg chg="undo custSel addSld delSld modSld sldOrd">
      <pc:chgData name="Nathan Gurgel" userId="25a4c336f2f0df70" providerId="LiveId" clId="{87C1BFCA-7DC9-4E8A-A70F-FB12F2B7065E}" dt="2025-08-21T22:24:35.854" v="2767" actId="14100"/>
      <pc:docMkLst>
        <pc:docMk/>
      </pc:docMkLst>
      <pc:sldChg chg="addSp delSp modSp mod">
        <pc:chgData name="Nathan Gurgel" userId="25a4c336f2f0df70" providerId="LiveId" clId="{87C1BFCA-7DC9-4E8A-A70F-FB12F2B7065E}" dt="2025-08-14T15:28:11.323" v="254"/>
        <pc:sldMkLst>
          <pc:docMk/>
          <pc:sldMk cId="4078916280" sldId="257"/>
        </pc:sldMkLst>
        <pc:spChg chg="mod">
          <ac:chgData name="Nathan Gurgel" userId="25a4c336f2f0df70" providerId="LiveId" clId="{87C1BFCA-7DC9-4E8A-A70F-FB12F2B7065E}" dt="2025-08-14T15:12:35.631" v="107" actId="20577"/>
          <ac:spMkLst>
            <pc:docMk/>
            <pc:sldMk cId="4078916280" sldId="257"/>
            <ac:spMk id="2" creationId="{02680B92-200C-A02F-3789-3B047F4892DE}"/>
          </ac:spMkLst>
        </pc:spChg>
        <pc:spChg chg="add mod">
          <ac:chgData name="Nathan Gurgel" userId="25a4c336f2f0df70" providerId="LiveId" clId="{87C1BFCA-7DC9-4E8A-A70F-FB12F2B7065E}" dt="2025-08-14T15:14:03.641" v="135" actId="1076"/>
          <ac:spMkLst>
            <pc:docMk/>
            <pc:sldMk cId="4078916280" sldId="257"/>
            <ac:spMk id="7" creationId="{3BE96935-A3BC-DED3-763B-01726B7E159D}"/>
          </ac:spMkLst>
        </pc:spChg>
        <pc:spChg chg="add mod">
          <ac:chgData name="Nathan Gurgel" userId="25a4c336f2f0df70" providerId="LiveId" clId="{87C1BFCA-7DC9-4E8A-A70F-FB12F2B7065E}" dt="2025-08-14T15:22:17.567" v="165" actId="1076"/>
          <ac:spMkLst>
            <pc:docMk/>
            <pc:sldMk cId="4078916280" sldId="257"/>
            <ac:spMk id="8" creationId="{CEDBBC3F-1160-D70E-D8F3-C759A6F364F1}"/>
          </ac:spMkLst>
        </pc:spChg>
        <pc:spChg chg="add mod">
          <ac:chgData name="Nathan Gurgel" userId="25a4c336f2f0df70" providerId="LiveId" clId="{87C1BFCA-7DC9-4E8A-A70F-FB12F2B7065E}" dt="2025-08-14T15:24:35.313" v="203" actId="1076"/>
          <ac:spMkLst>
            <pc:docMk/>
            <pc:sldMk cId="4078916280" sldId="257"/>
            <ac:spMk id="9" creationId="{FB4BB11A-3C07-0132-3A00-A92132FF2657}"/>
          </ac:spMkLst>
        </pc:spChg>
        <pc:spChg chg="add del mod">
          <ac:chgData name="Nathan Gurgel" userId="25a4c336f2f0df70" providerId="LiveId" clId="{87C1BFCA-7DC9-4E8A-A70F-FB12F2B7065E}" dt="2025-08-14T15:26:45.443" v="233" actId="1076"/>
          <ac:spMkLst>
            <pc:docMk/>
            <pc:sldMk cId="4078916280" sldId="257"/>
            <ac:spMk id="13" creationId="{34F1E3B8-8E35-B81E-8298-5F2E0EDC81BD}"/>
          </ac:spMkLst>
        </pc:spChg>
        <pc:spChg chg="add mod">
          <ac:chgData name="Nathan Gurgel" userId="25a4c336f2f0df70" providerId="LiveId" clId="{87C1BFCA-7DC9-4E8A-A70F-FB12F2B7065E}" dt="2025-08-14T15:27:51.898" v="251"/>
          <ac:spMkLst>
            <pc:docMk/>
            <pc:sldMk cId="4078916280" sldId="257"/>
            <ac:spMk id="19" creationId="{C44E515B-12FB-D4C5-49B2-462DF6FE0392}"/>
          </ac:spMkLst>
        </pc:spChg>
        <pc:picChg chg="add mod">
          <ac:chgData name="Nathan Gurgel" userId="25a4c336f2f0df70" providerId="LiveId" clId="{87C1BFCA-7DC9-4E8A-A70F-FB12F2B7065E}" dt="2025-08-14T15:28:08.140" v="253"/>
          <ac:picMkLst>
            <pc:docMk/>
            <pc:sldMk cId="4078916280" sldId="257"/>
            <ac:picMk id="12" creationId="{ED02A9ED-86C6-54E4-3392-635467549996}"/>
          </ac:picMkLst>
        </pc:picChg>
        <pc:picChg chg="add mod">
          <ac:chgData name="Nathan Gurgel" userId="25a4c336f2f0df70" providerId="LiveId" clId="{87C1BFCA-7DC9-4E8A-A70F-FB12F2B7065E}" dt="2025-08-14T15:27:55.759" v="252"/>
          <ac:picMkLst>
            <pc:docMk/>
            <pc:sldMk cId="4078916280" sldId="257"/>
            <ac:picMk id="17" creationId="{8E5CC4AE-AD0B-D6B7-8200-93A5C972CBD6}"/>
          </ac:picMkLst>
        </pc:picChg>
        <pc:picChg chg="add mod">
          <ac:chgData name="Nathan Gurgel" userId="25a4c336f2f0df70" providerId="LiveId" clId="{87C1BFCA-7DC9-4E8A-A70F-FB12F2B7065E}" dt="2025-08-14T15:24:35.313" v="203" actId="1076"/>
          <ac:picMkLst>
            <pc:docMk/>
            <pc:sldMk cId="4078916280" sldId="257"/>
            <ac:picMk id="1028" creationId="{AEA2149F-7559-DFEC-778D-C124C710BCBB}"/>
          </ac:picMkLst>
        </pc:picChg>
        <pc:picChg chg="add mod">
          <ac:chgData name="Nathan Gurgel" userId="25a4c336f2f0df70" providerId="LiveId" clId="{87C1BFCA-7DC9-4E8A-A70F-FB12F2B7065E}" dt="2025-08-14T15:28:11.323" v="254"/>
          <ac:picMkLst>
            <pc:docMk/>
            <pc:sldMk cId="4078916280" sldId="257"/>
            <ac:picMk id="1034" creationId="{A101E8D2-85AC-03A1-2D57-62C3B2E0666F}"/>
          </ac:picMkLst>
        </pc:picChg>
        <pc:picChg chg="add mod">
          <ac:chgData name="Nathan Gurgel" userId="25a4c336f2f0df70" providerId="LiveId" clId="{87C1BFCA-7DC9-4E8A-A70F-FB12F2B7065E}" dt="2025-08-14T15:27:42.211" v="250"/>
          <ac:picMkLst>
            <pc:docMk/>
            <pc:sldMk cId="4078916280" sldId="257"/>
            <ac:picMk id="1036" creationId="{0B685839-3E1E-125D-BC3E-C0B14E5BB516}"/>
          </ac:picMkLst>
        </pc:picChg>
        <pc:cxnChg chg="add mod">
          <ac:chgData name="Nathan Gurgel" userId="25a4c336f2f0df70" providerId="LiveId" clId="{87C1BFCA-7DC9-4E8A-A70F-FB12F2B7065E}" dt="2025-08-14T15:26:38.963" v="230" actId="208"/>
          <ac:cxnSpMkLst>
            <pc:docMk/>
            <pc:sldMk cId="4078916280" sldId="257"/>
            <ac:cxnSpMk id="15" creationId="{EFD9DF13-2AC2-DD64-B0BF-45CD9E39A939}"/>
          </ac:cxnSpMkLst>
        </pc:cxnChg>
        <pc:cxnChg chg="add mod">
          <ac:chgData name="Nathan Gurgel" userId="25a4c336f2f0df70" providerId="LiveId" clId="{87C1BFCA-7DC9-4E8A-A70F-FB12F2B7065E}" dt="2025-08-14T15:26:42.968" v="232" actId="1076"/>
          <ac:cxnSpMkLst>
            <pc:docMk/>
            <pc:sldMk cId="4078916280" sldId="257"/>
            <ac:cxnSpMk id="16" creationId="{05013FD8-3045-3CE6-1487-19B9C4C2C7C4}"/>
          </ac:cxnSpMkLst>
        </pc:cxnChg>
      </pc:sldChg>
      <pc:sldChg chg="addSp delSp modSp del mod">
        <pc:chgData name="Nathan Gurgel" userId="25a4c336f2f0df70" providerId="LiveId" clId="{87C1BFCA-7DC9-4E8A-A70F-FB12F2B7065E}" dt="2025-08-14T15:39:14.601" v="258" actId="47"/>
        <pc:sldMkLst>
          <pc:docMk/>
          <pc:sldMk cId="1314506896" sldId="258"/>
        </pc:sldMkLst>
      </pc:sldChg>
      <pc:sldChg chg="del">
        <pc:chgData name="Nathan Gurgel" userId="25a4c336f2f0df70" providerId="LiveId" clId="{87C1BFCA-7DC9-4E8A-A70F-FB12F2B7065E}" dt="2025-08-14T15:12:19.163" v="95" actId="47"/>
        <pc:sldMkLst>
          <pc:docMk/>
          <pc:sldMk cId="2209230879" sldId="259"/>
        </pc:sldMkLst>
      </pc:sldChg>
      <pc:sldChg chg="del">
        <pc:chgData name="Nathan Gurgel" userId="25a4c336f2f0df70" providerId="LiveId" clId="{87C1BFCA-7DC9-4E8A-A70F-FB12F2B7065E}" dt="2025-08-14T15:39:21.419" v="262" actId="47"/>
        <pc:sldMkLst>
          <pc:docMk/>
          <pc:sldMk cId="1173941202" sldId="260"/>
        </pc:sldMkLst>
      </pc:sldChg>
      <pc:sldChg chg="del">
        <pc:chgData name="Nathan Gurgel" userId="25a4c336f2f0df70" providerId="LiveId" clId="{87C1BFCA-7DC9-4E8A-A70F-FB12F2B7065E}" dt="2025-08-14T15:39:22.394" v="263" actId="47"/>
        <pc:sldMkLst>
          <pc:docMk/>
          <pc:sldMk cId="362359853" sldId="262"/>
        </pc:sldMkLst>
      </pc:sldChg>
      <pc:sldChg chg="del">
        <pc:chgData name="Nathan Gurgel" userId="25a4c336f2f0df70" providerId="LiveId" clId="{87C1BFCA-7DC9-4E8A-A70F-FB12F2B7065E}" dt="2025-08-14T15:39:23.652" v="264" actId="47"/>
        <pc:sldMkLst>
          <pc:docMk/>
          <pc:sldMk cId="423001198" sldId="263"/>
        </pc:sldMkLst>
      </pc:sldChg>
      <pc:sldChg chg="del">
        <pc:chgData name="Nathan Gurgel" userId="25a4c336f2f0df70" providerId="LiveId" clId="{87C1BFCA-7DC9-4E8A-A70F-FB12F2B7065E}" dt="2025-08-14T15:39:31.852" v="266" actId="47"/>
        <pc:sldMkLst>
          <pc:docMk/>
          <pc:sldMk cId="2710489774" sldId="264"/>
        </pc:sldMkLst>
      </pc:sldChg>
      <pc:sldChg chg="del">
        <pc:chgData name="Nathan Gurgel" userId="25a4c336f2f0df70" providerId="LiveId" clId="{87C1BFCA-7DC9-4E8A-A70F-FB12F2B7065E}" dt="2025-08-14T15:39:32.793" v="267" actId="47"/>
        <pc:sldMkLst>
          <pc:docMk/>
          <pc:sldMk cId="2009367377" sldId="265"/>
        </pc:sldMkLst>
      </pc:sldChg>
      <pc:sldChg chg="del">
        <pc:chgData name="Nathan Gurgel" userId="25a4c336f2f0df70" providerId="LiveId" clId="{87C1BFCA-7DC9-4E8A-A70F-FB12F2B7065E}" dt="2025-08-14T15:39:33.754" v="268" actId="47"/>
        <pc:sldMkLst>
          <pc:docMk/>
          <pc:sldMk cId="1581287471" sldId="266"/>
        </pc:sldMkLst>
      </pc:sldChg>
      <pc:sldChg chg="del">
        <pc:chgData name="Nathan Gurgel" userId="25a4c336f2f0df70" providerId="LiveId" clId="{87C1BFCA-7DC9-4E8A-A70F-FB12F2B7065E}" dt="2025-08-14T15:39:34.569" v="269" actId="47"/>
        <pc:sldMkLst>
          <pc:docMk/>
          <pc:sldMk cId="1232001181" sldId="267"/>
        </pc:sldMkLst>
      </pc:sldChg>
      <pc:sldChg chg="del">
        <pc:chgData name="Nathan Gurgel" userId="25a4c336f2f0df70" providerId="LiveId" clId="{87C1BFCA-7DC9-4E8A-A70F-FB12F2B7065E}" dt="2025-08-14T15:39:35.420" v="270" actId="47"/>
        <pc:sldMkLst>
          <pc:docMk/>
          <pc:sldMk cId="1615588479" sldId="268"/>
        </pc:sldMkLst>
      </pc:sldChg>
      <pc:sldChg chg="del">
        <pc:chgData name="Nathan Gurgel" userId="25a4c336f2f0df70" providerId="LiveId" clId="{87C1BFCA-7DC9-4E8A-A70F-FB12F2B7065E}" dt="2025-08-14T15:39:36.721" v="271" actId="47"/>
        <pc:sldMkLst>
          <pc:docMk/>
          <pc:sldMk cId="1260444861" sldId="269"/>
        </pc:sldMkLst>
      </pc:sldChg>
      <pc:sldChg chg="del">
        <pc:chgData name="Nathan Gurgel" userId="25a4c336f2f0df70" providerId="LiveId" clId="{87C1BFCA-7DC9-4E8A-A70F-FB12F2B7065E}" dt="2025-08-14T15:39:37.669" v="272" actId="47"/>
        <pc:sldMkLst>
          <pc:docMk/>
          <pc:sldMk cId="2920410790" sldId="270"/>
        </pc:sldMkLst>
      </pc:sldChg>
      <pc:sldChg chg="del">
        <pc:chgData name="Nathan Gurgel" userId="25a4c336f2f0df70" providerId="LiveId" clId="{87C1BFCA-7DC9-4E8A-A70F-FB12F2B7065E}" dt="2025-08-14T15:39:38.966" v="273" actId="47"/>
        <pc:sldMkLst>
          <pc:docMk/>
          <pc:sldMk cId="2265293554" sldId="271"/>
        </pc:sldMkLst>
      </pc:sldChg>
      <pc:sldChg chg="del">
        <pc:chgData name="Nathan Gurgel" userId="25a4c336f2f0df70" providerId="LiveId" clId="{87C1BFCA-7DC9-4E8A-A70F-FB12F2B7065E}" dt="2025-08-14T15:39:40.539" v="274" actId="47"/>
        <pc:sldMkLst>
          <pc:docMk/>
          <pc:sldMk cId="2848498186" sldId="272"/>
        </pc:sldMkLst>
      </pc:sldChg>
      <pc:sldChg chg="del">
        <pc:chgData name="Nathan Gurgel" userId="25a4c336f2f0df70" providerId="LiveId" clId="{87C1BFCA-7DC9-4E8A-A70F-FB12F2B7065E}" dt="2025-08-14T15:39:41.572" v="275" actId="47"/>
        <pc:sldMkLst>
          <pc:docMk/>
          <pc:sldMk cId="2825587910" sldId="273"/>
        </pc:sldMkLst>
      </pc:sldChg>
      <pc:sldChg chg="del">
        <pc:chgData name="Nathan Gurgel" userId="25a4c336f2f0df70" providerId="LiveId" clId="{87C1BFCA-7DC9-4E8A-A70F-FB12F2B7065E}" dt="2025-08-14T15:39:43.312" v="276" actId="47"/>
        <pc:sldMkLst>
          <pc:docMk/>
          <pc:sldMk cId="725298935" sldId="275"/>
        </pc:sldMkLst>
      </pc:sldChg>
      <pc:sldChg chg="del">
        <pc:chgData name="Nathan Gurgel" userId="25a4c336f2f0df70" providerId="LiveId" clId="{87C1BFCA-7DC9-4E8A-A70F-FB12F2B7065E}" dt="2025-08-14T15:39:46.185" v="277" actId="47"/>
        <pc:sldMkLst>
          <pc:docMk/>
          <pc:sldMk cId="3392781906" sldId="276"/>
        </pc:sldMkLst>
      </pc:sldChg>
      <pc:sldChg chg="del">
        <pc:chgData name="Nathan Gurgel" userId="25a4c336f2f0df70" providerId="LiveId" clId="{87C1BFCA-7DC9-4E8A-A70F-FB12F2B7065E}" dt="2025-08-14T15:39:30.262" v="265" actId="47"/>
        <pc:sldMkLst>
          <pc:docMk/>
          <pc:sldMk cId="1278808268" sldId="278"/>
        </pc:sldMkLst>
      </pc:sldChg>
      <pc:sldChg chg="modSp add mod">
        <pc:chgData name="Nathan Gurgel" userId="25a4c336f2f0df70" providerId="LiveId" clId="{87C1BFCA-7DC9-4E8A-A70F-FB12F2B7065E}" dt="2025-08-14T14:03:45.344" v="27" actId="20577"/>
        <pc:sldMkLst>
          <pc:docMk/>
          <pc:sldMk cId="4123654992" sldId="279"/>
        </pc:sldMkLst>
        <pc:spChg chg="mod">
          <ac:chgData name="Nathan Gurgel" userId="25a4c336f2f0df70" providerId="LiveId" clId="{87C1BFCA-7DC9-4E8A-A70F-FB12F2B7065E}" dt="2025-08-14T14:03:45.344" v="27" actId="20577"/>
          <ac:spMkLst>
            <pc:docMk/>
            <pc:sldMk cId="4123654992" sldId="279"/>
            <ac:spMk id="2" creationId="{E8737519-D1A6-0EB8-EA51-28104CCA97A1}"/>
          </ac:spMkLst>
        </pc:spChg>
      </pc:sldChg>
      <pc:sldChg chg="modSp add mod ord">
        <pc:chgData name="Nathan Gurgel" userId="25a4c336f2f0df70" providerId="LiveId" clId="{87C1BFCA-7DC9-4E8A-A70F-FB12F2B7065E}" dt="2025-08-21T00:17:15.059" v="441" actId="20577"/>
        <pc:sldMkLst>
          <pc:docMk/>
          <pc:sldMk cId="1129900284" sldId="280"/>
        </pc:sldMkLst>
        <pc:spChg chg="mod">
          <ac:chgData name="Nathan Gurgel" userId="25a4c336f2f0df70" providerId="LiveId" clId="{87C1BFCA-7DC9-4E8A-A70F-FB12F2B7065E}" dt="2025-08-21T00:17:15.059" v="441" actId="20577"/>
          <ac:spMkLst>
            <pc:docMk/>
            <pc:sldMk cId="1129900284" sldId="280"/>
            <ac:spMk id="3" creationId="{096D8001-29A9-ADF8-E8D4-8F5E9FB75AD9}"/>
          </ac:spMkLst>
        </pc:spChg>
      </pc:sldChg>
      <pc:sldChg chg="modSp add mod ord">
        <pc:chgData name="Nathan Gurgel" userId="25a4c336f2f0df70" providerId="LiveId" clId="{87C1BFCA-7DC9-4E8A-A70F-FB12F2B7065E}" dt="2025-08-14T15:41:12.370" v="435" actId="20577"/>
        <pc:sldMkLst>
          <pc:docMk/>
          <pc:sldMk cId="568792205" sldId="281"/>
        </pc:sldMkLst>
        <pc:spChg chg="mod">
          <ac:chgData name="Nathan Gurgel" userId="25a4c336f2f0df70" providerId="LiveId" clId="{87C1BFCA-7DC9-4E8A-A70F-FB12F2B7065E}" dt="2025-08-14T15:39:57.515" v="299" actId="20577"/>
          <ac:spMkLst>
            <pc:docMk/>
            <pc:sldMk cId="568792205" sldId="281"/>
            <ac:spMk id="2" creationId="{E198A1AD-AC52-DFED-AB52-34FF213C087A}"/>
          </ac:spMkLst>
        </pc:spChg>
        <pc:spChg chg="mod">
          <ac:chgData name="Nathan Gurgel" userId="25a4c336f2f0df70" providerId="LiveId" clId="{87C1BFCA-7DC9-4E8A-A70F-FB12F2B7065E}" dt="2025-08-14T15:41:12.370" v="435" actId="20577"/>
          <ac:spMkLst>
            <pc:docMk/>
            <pc:sldMk cId="568792205" sldId="281"/>
            <ac:spMk id="3" creationId="{7FE1EAFA-254A-6B4F-4DE0-1A671FBD7163}"/>
          </ac:spMkLst>
        </pc:spChg>
      </pc:sldChg>
      <pc:sldChg chg="addSp delSp modSp add mod modAnim">
        <pc:chgData name="Nathan Gurgel" userId="25a4c336f2f0df70" providerId="LiveId" clId="{87C1BFCA-7DC9-4E8A-A70F-FB12F2B7065E}" dt="2025-08-21T00:19:29.689" v="458" actId="1076"/>
        <pc:sldMkLst>
          <pc:docMk/>
          <pc:sldMk cId="1661238238" sldId="282"/>
        </pc:sldMkLst>
        <pc:spChg chg="mod">
          <ac:chgData name="Nathan Gurgel" userId="25a4c336f2f0df70" providerId="LiveId" clId="{87C1BFCA-7DC9-4E8A-A70F-FB12F2B7065E}" dt="2025-08-21T00:17:23.096" v="453" actId="20577"/>
          <ac:spMkLst>
            <pc:docMk/>
            <pc:sldMk cId="1661238238" sldId="282"/>
            <ac:spMk id="2" creationId="{88E5FB94-D3BD-39B9-9E89-E24D4881DCFD}"/>
          </ac:spMkLst>
        </pc:spChg>
      </pc:sldChg>
      <pc:sldChg chg="addSp delSp modSp add mod delAnim modAnim">
        <pc:chgData name="Nathan Gurgel" userId="25a4c336f2f0df70" providerId="LiveId" clId="{87C1BFCA-7DC9-4E8A-A70F-FB12F2B7065E}" dt="2025-08-21T00:31:56.668" v="462" actId="1076"/>
        <pc:sldMkLst>
          <pc:docMk/>
          <pc:sldMk cId="1188370199" sldId="283"/>
        </pc:sldMkLst>
      </pc:sldChg>
      <pc:sldChg chg="new del">
        <pc:chgData name="Nathan Gurgel" userId="25a4c336f2f0df70" providerId="LiveId" clId="{87C1BFCA-7DC9-4E8A-A70F-FB12F2B7065E}" dt="2025-08-21T00:16:59.593" v="438" actId="47"/>
        <pc:sldMkLst>
          <pc:docMk/>
          <pc:sldMk cId="2748624051" sldId="283"/>
        </pc:sldMkLst>
      </pc:sldChg>
      <pc:sldChg chg="addSp delSp modSp add mod delAnim">
        <pc:chgData name="Nathan Gurgel" userId="25a4c336f2f0df70" providerId="LiveId" clId="{87C1BFCA-7DC9-4E8A-A70F-FB12F2B7065E}" dt="2025-08-21T10:08:03.107" v="808" actId="20577"/>
        <pc:sldMkLst>
          <pc:docMk/>
          <pc:sldMk cId="3822011776" sldId="284"/>
        </pc:sldMkLst>
      </pc:sldChg>
      <pc:sldChg chg="addSp delSp modSp add del mod">
        <pc:chgData name="Nathan Gurgel" userId="25a4c336f2f0df70" providerId="LiveId" clId="{87C1BFCA-7DC9-4E8A-A70F-FB12F2B7065E}" dt="2025-08-21T10:09:56.743" v="828" actId="47"/>
        <pc:sldMkLst>
          <pc:docMk/>
          <pc:sldMk cId="1584848750" sldId="285"/>
        </pc:sldMkLst>
      </pc:sldChg>
      <pc:sldChg chg="addSp modSp add mod">
        <pc:chgData name="Nathan Gurgel" userId="25a4c336f2f0df70" providerId="LiveId" clId="{87C1BFCA-7DC9-4E8A-A70F-FB12F2B7065E}" dt="2025-08-21T10:14:39.616" v="963" actId="20577"/>
        <pc:sldMkLst>
          <pc:docMk/>
          <pc:sldMk cId="2211865788" sldId="285"/>
        </pc:sldMkLst>
      </pc:sldChg>
      <pc:sldChg chg="modSp add del mod">
        <pc:chgData name="Nathan Gurgel" userId="25a4c336f2f0df70" providerId="LiveId" clId="{87C1BFCA-7DC9-4E8A-A70F-FB12F2B7065E}" dt="2025-08-21T10:36:48.257" v="1187" actId="47"/>
        <pc:sldMkLst>
          <pc:docMk/>
          <pc:sldMk cId="4214832575" sldId="286"/>
        </pc:sldMkLst>
      </pc:sldChg>
      <pc:sldChg chg="addSp delSp modSp add mod">
        <pc:chgData name="Nathan Gurgel" userId="25a4c336f2f0df70" providerId="LiveId" clId="{87C1BFCA-7DC9-4E8A-A70F-FB12F2B7065E}" dt="2025-08-21T10:30:57.742" v="1172" actId="1076"/>
        <pc:sldMkLst>
          <pc:docMk/>
          <pc:sldMk cId="565589606" sldId="287"/>
        </pc:sldMkLst>
      </pc:sldChg>
      <pc:sldChg chg="addSp delSp modSp add mod">
        <pc:chgData name="Nathan Gurgel" userId="25a4c336f2f0df70" providerId="LiveId" clId="{87C1BFCA-7DC9-4E8A-A70F-FB12F2B7065E}" dt="2025-08-21T10:41:58.262" v="1243" actId="20577"/>
        <pc:sldMkLst>
          <pc:docMk/>
          <pc:sldMk cId="3203167613" sldId="288"/>
        </pc:sldMkLst>
      </pc:sldChg>
      <pc:sldChg chg="addSp delSp modSp add mod">
        <pc:chgData name="Nathan Gurgel" userId="25a4c336f2f0df70" providerId="LiveId" clId="{87C1BFCA-7DC9-4E8A-A70F-FB12F2B7065E}" dt="2025-08-21T14:17:38.521" v="1652" actId="1076"/>
        <pc:sldMkLst>
          <pc:docMk/>
          <pc:sldMk cId="757097566" sldId="289"/>
        </pc:sldMkLst>
      </pc:sldChg>
      <pc:sldChg chg="addSp delSp modSp add del mod ord">
        <pc:chgData name="Nathan Gurgel" userId="25a4c336f2f0df70" providerId="LiveId" clId="{87C1BFCA-7DC9-4E8A-A70F-FB12F2B7065E}" dt="2025-08-21T10:45:38.083" v="1291" actId="47"/>
        <pc:sldMkLst>
          <pc:docMk/>
          <pc:sldMk cId="866785889" sldId="289"/>
        </pc:sldMkLst>
      </pc:sldChg>
      <pc:sldChg chg="addSp delSp modSp add mod">
        <pc:chgData name="Nathan Gurgel" userId="25a4c336f2f0df70" providerId="LiveId" clId="{87C1BFCA-7DC9-4E8A-A70F-FB12F2B7065E}" dt="2025-08-21T11:31:03.710" v="1561" actId="20577"/>
        <pc:sldMkLst>
          <pc:docMk/>
          <pc:sldMk cId="2635200713" sldId="290"/>
        </pc:sldMkLst>
      </pc:sldChg>
      <pc:sldChg chg="addSp delSp modSp add mod">
        <pc:chgData name="Nathan Gurgel" userId="25a4c336f2f0df70" providerId="LiveId" clId="{87C1BFCA-7DC9-4E8A-A70F-FB12F2B7065E}" dt="2025-08-21T11:36:14.996" v="1628" actId="20577"/>
        <pc:sldMkLst>
          <pc:docMk/>
          <pc:sldMk cId="1811361987" sldId="291"/>
        </pc:sldMkLst>
      </pc:sldChg>
      <pc:sldChg chg="addSp delSp modSp add mod modAnim">
        <pc:chgData name="Nathan Gurgel" userId="25a4c336f2f0df70" providerId="LiveId" clId="{87C1BFCA-7DC9-4E8A-A70F-FB12F2B7065E}" dt="2025-08-21T11:50:27.297" v="1651" actId="478"/>
        <pc:sldMkLst>
          <pc:docMk/>
          <pc:sldMk cId="1683602380" sldId="292"/>
        </pc:sldMkLst>
      </pc:sldChg>
      <pc:sldChg chg="addSp delSp modSp add mod">
        <pc:chgData name="Nathan Gurgel" userId="25a4c336f2f0df70" providerId="LiveId" clId="{87C1BFCA-7DC9-4E8A-A70F-FB12F2B7065E}" dt="2025-08-21T14:22:01.803" v="1744" actId="20577"/>
        <pc:sldMkLst>
          <pc:docMk/>
          <pc:sldMk cId="1582881811" sldId="293"/>
        </pc:sldMkLst>
      </pc:sldChg>
      <pc:sldChg chg="addSp delSp modSp add mod">
        <pc:chgData name="Nathan Gurgel" userId="25a4c336f2f0df70" providerId="LiveId" clId="{87C1BFCA-7DC9-4E8A-A70F-FB12F2B7065E}" dt="2025-08-21T15:30:59.733" v="2655" actId="20577"/>
        <pc:sldMkLst>
          <pc:docMk/>
          <pc:sldMk cId="4232109277" sldId="294"/>
        </pc:sldMkLst>
      </pc:sldChg>
      <pc:sldChg chg="addSp delSp modSp add mod">
        <pc:chgData name="Nathan Gurgel" userId="25a4c336f2f0df70" providerId="LiveId" clId="{87C1BFCA-7DC9-4E8A-A70F-FB12F2B7065E}" dt="2025-08-21T22:24:35.854" v="2767" actId="14100"/>
        <pc:sldMkLst>
          <pc:docMk/>
          <pc:sldMk cId="4294638786" sldId="295"/>
        </pc:sldMkLst>
      </pc:sldChg>
      <pc:sldChg chg="addSp delSp modSp add mod ord">
        <pc:chgData name="Nathan Gurgel" userId="25a4c336f2f0df70" providerId="LiveId" clId="{87C1BFCA-7DC9-4E8A-A70F-FB12F2B7065E}" dt="2025-08-21T15:30:05.787" v="2551" actId="20577"/>
        <pc:sldMkLst>
          <pc:docMk/>
          <pc:sldMk cId="1229313218" sldId="296"/>
        </pc:sldMkLst>
      </pc:sldChg>
    </pc:docChg>
  </pc:docChgLst>
  <pc:docChgLst>
    <pc:chgData name="Nathan Gurgel" userId="25a4c336f2f0df70" providerId="LiveId" clId="{2935EFF2-25DB-497F-9375-33D956F60029}"/>
    <pc:docChg chg="undo custSel addSld delSld modSld sldOrd">
      <pc:chgData name="Nathan Gurgel" userId="25a4c336f2f0df70" providerId="LiveId" clId="{2935EFF2-25DB-497F-9375-33D956F60029}" dt="2025-08-31T14:31:52.606" v="5602" actId="20577"/>
      <pc:docMkLst>
        <pc:docMk/>
      </pc:docMkLst>
      <pc:sldChg chg="modSp mod">
        <pc:chgData name="Nathan Gurgel" userId="25a4c336f2f0df70" providerId="LiveId" clId="{2935EFF2-25DB-497F-9375-33D956F60029}" dt="2025-08-30T12:23:58.410" v="71" actId="20577"/>
        <pc:sldMkLst>
          <pc:docMk/>
          <pc:sldMk cId="568792205" sldId="281"/>
        </pc:sldMkLst>
        <pc:spChg chg="mod">
          <ac:chgData name="Nathan Gurgel" userId="25a4c336f2f0df70" providerId="LiveId" clId="{2935EFF2-25DB-497F-9375-33D956F60029}" dt="2025-08-30T12:23:58.410" v="71" actId="20577"/>
          <ac:spMkLst>
            <pc:docMk/>
            <pc:sldMk cId="568792205" sldId="281"/>
            <ac:spMk id="3" creationId="{7FE1EAFA-254A-6B4F-4DE0-1A671FBD7163}"/>
          </ac:spMkLst>
        </pc:spChg>
      </pc:sldChg>
      <pc:sldChg chg="addSp delSp modSp mod delAnim">
        <pc:chgData name="Nathan Gurgel" userId="25a4c336f2f0df70" providerId="LiveId" clId="{2935EFF2-25DB-497F-9375-33D956F60029}" dt="2025-08-30T12:36:22.793" v="477" actId="20577"/>
        <pc:sldMkLst>
          <pc:docMk/>
          <pc:sldMk cId="1661238238" sldId="282"/>
        </pc:sldMkLst>
        <pc:spChg chg="mod">
          <ac:chgData name="Nathan Gurgel" userId="25a4c336f2f0df70" providerId="LiveId" clId="{2935EFF2-25DB-497F-9375-33D956F60029}" dt="2025-08-30T12:24:06.410" v="76" actId="20577"/>
          <ac:spMkLst>
            <pc:docMk/>
            <pc:sldMk cId="1661238238" sldId="282"/>
            <ac:spMk id="2" creationId="{88E5FB94-D3BD-39B9-9E89-E24D4881DCFD}"/>
          </ac:spMkLst>
        </pc:spChg>
        <pc:spChg chg="add del mod">
          <ac:chgData name="Nathan Gurgel" userId="25a4c336f2f0df70" providerId="LiveId" clId="{2935EFF2-25DB-497F-9375-33D956F60029}" dt="2025-08-30T12:29:40.069" v="78" actId="478"/>
          <ac:spMkLst>
            <pc:docMk/>
            <pc:sldMk cId="1661238238" sldId="282"/>
            <ac:spMk id="4" creationId="{9D9BD208-D016-1264-73CD-AD27BC44C236}"/>
          </ac:spMkLst>
        </pc:spChg>
        <pc:spChg chg="add mod">
          <ac:chgData name="Nathan Gurgel" userId="25a4c336f2f0df70" providerId="LiveId" clId="{2935EFF2-25DB-497F-9375-33D956F60029}" dt="2025-08-30T12:36:22.793" v="477" actId="20577"/>
          <ac:spMkLst>
            <pc:docMk/>
            <pc:sldMk cId="1661238238" sldId="282"/>
            <ac:spMk id="5" creationId="{62652044-0D6A-1612-E5F0-2FFC44FA4DB5}"/>
          </ac:spMkLst>
        </pc:spChg>
        <pc:picChg chg="del">
          <ac:chgData name="Nathan Gurgel" userId="25a4c336f2f0df70" providerId="LiveId" clId="{2935EFF2-25DB-497F-9375-33D956F60029}" dt="2025-08-30T12:24:08.146" v="77" actId="478"/>
          <ac:picMkLst>
            <pc:docMk/>
            <pc:sldMk cId="1661238238" sldId="282"/>
            <ac:picMk id="6" creationId="{7CFFE3B4-9154-A17F-6068-DD1B86923619}"/>
          </ac:picMkLst>
        </pc:picChg>
      </pc:sldChg>
      <pc:sldChg chg="del">
        <pc:chgData name="Nathan Gurgel" userId="25a4c336f2f0df70" providerId="LiveId" clId="{2935EFF2-25DB-497F-9375-33D956F60029}" dt="2025-08-30T12:45:10.969" v="538" actId="47"/>
        <pc:sldMkLst>
          <pc:docMk/>
          <pc:sldMk cId="1188370199" sldId="283"/>
        </pc:sldMkLst>
      </pc:sldChg>
      <pc:sldChg chg="del">
        <pc:chgData name="Nathan Gurgel" userId="25a4c336f2f0df70" providerId="LiveId" clId="{2935EFF2-25DB-497F-9375-33D956F60029}" dt="2025-08-30T12:45:12.707" v="539" actId="47"/>
        <pc:sldMkLst>
          <pc:docMk/>
          <pc:sldMk cId="3822011776" sldId="284"/>
        </pc:sldMkLst>
      </pc:sldChg>
      <pc:sldChg chg="del">
        <pc:chgData name="Nathan Gurgel" userId="25a4c336f2f0df70" providerId="LiveId" clId="{2935EFF2-25DB-497F-9375-33D956F60029}" dt="2025-08-30T12:45:13.607" v="540" actId="47"/>
        <pc:sldMkLst>
          <pc:docMk/>
          <pc:sldMk cId="2211865788" sldId="285"/>
        </pc:sldMkLst>
      </pc:sldChg>
      <pc:sldChg chg="del">
        <pc:chgData name="Nathan Gurgel" userId="25a4c336f2f0df70" providerId="LiveId" clId="{2935EFF2-25DB-497F-9375-33D956F60029}" dt="2025-08-30T12:45:14.763" v="541" actId="47"/>
        <pc:sldMkLst>
          <pc:docMk/>
          <pc:sldMk cId="565589606" sldId="287"/>
        </pc:sldMkLst>
      </pc:sldChg>
      <pc:sldChg chg="del">
        <pc:chgData name="Nathan Gurgel" userId="25a4c336f2f0df70" providerId="LiveId" clId="{2935EFF2-25DB-497F-9375-33D956F60029}" dt="2025-08-30T12:45:15.673" v="542" actId="47"/>
        <pc:sldMkLst>
          <pc:docMk/>
          <pc:sldMk cId="3203167613" sldId="288"/>
        </pc:sldMkLst>
      </pc:sldChg>
      <pc:sldChg chg="del">
        <pc:chgData name="Nathan Gurgel" userId="25a4c336f2f0df70" providerId="LiveId" clId="{2935EFF2-25DB-497F-9375-33D956F60029}" dt="2025-08-30T12:45:19.582" v="546" actId="47"/>
        <pc:sldMkLst>
          <pc:docMk/>
          <pc:sldMk cId="757097566" sldId="289"/>
        </pc:sldMkLst>
      </pc:sldChg>
      <pc:sldChg chg="del">
        <pc:chgData name="Nathan Gurgel" userId="25a4c336f2f0df70" providerId="LiveId" clId="{2935EFF2-25DB-497F-9375-33D956F60029}" dt="2025-08-30T12:45:16.508" v="543" actId="47"/>
        <pc:sldMkLst>
          <pc:docMk/>
          <pc:sldMk cId="2635200713" sldId="290"/>
        </pc:sldMkLst>
      </pc:sldChg>
      <pc:sldChg chg="del">
        <pc:chgData name="Nathan Gurgel" userId="25a4c336f2f0df70" providerId="LiveId" clId="{2935EFF2-25DB-497F-9375-33D956F60029}" dt="2025-08-30T12:45:17.638" v="544" actId="47"/>
        <pc:sldMkLst>
          <pc:docMk/>
          <pc:sldMk cId="1811361987" sldId="291"/>
        </pc:sldMkLst>
      </pc:sldChg>
      <pc:sldChg chg="del">
        <pc:chgData name="Nathan Gurgel" userId="25a4c336f2f0df70" providerId="LiveId" clId="{2935EFF2-25DB-497F-9375-33D956F60029}" dt="2025-08-30T12:45:18.628" v="545" actId="47"/>
        <pc:sldMkLst>
          <pc:docMk/>
          <pc:sldMk cId="1683602380" sldId="292"/>
        </pc:sldMkLst>
      </pc:sldChg>
      <pc:sldChg chg="del">
        <pc:chgData name="Nathan Gurgel" userId="25a4c336f2f0df70" providerId="LiveId" clId="{2935EFF2-25DB-497F-9375-33D956F60029}" dt="2025-08-30T12:45:22.955" v="550" actId="47"/>
        <pc:sldMkLst>
          <pc:docMk/>
          <pc:sldMk cId="1582881811" sldId="293"/>
        </pc:sldMkLst>
      </pc:sldChg>
      <pc:sldChg chg="del">
        <pc:chgData name="Nathan Gurgel" userId="25a4c336f2f0df70" providerId="LiveId" clId="{2935EFF2-25DB-497F-9375-33D956F60029}" dt="2025-08-30T12:45:20.544" v="547" actId="47"/>
        <pc:sldMkLst>
          <pc:docMk/>
          <pc:sldMk cId="4232109277" sldId="294"/>
        </pc:sldMkLst>
      </pc:sldChg>
      <pc:sldChg chg="del">
        <pc:chgData name="Nathan Gurgel" userId="25a4c336f2f0df70" providerId="LiveId" clId="{2935EFF2-25DB-497F-9375-33D956F60029}" dt="2025-08-30T12:45:22.217" v="549" actId="47"/>
        <pc:sldMkLst>
          <pc:docMk/>
          <pc:sldMk cId="4294638786" sldId="295"/>
        </pc:sldMkLst>
      </pc:sldChg>
      <pc:sldChg chg="del">
        <pc:chgData name="Nathan Gurgel" userId="25a4c336f2f0df70" providerId="LiveId" clId="{2935EFF2-25DB-497F-9375-33D956F60029}" dt="2025-08-30T12:45:21.466" v="548" actId="47"/>
        <pc:sldMkLst>
          <pc:docMk/>
          <pc:sldMk cId="1229313218" sldId="296"/>
        </pc:sldMkLst>
      </pc:sldChg>
      <pc:sldChg chg="addSp delSp modSp add mod">
        <pc:chgData name="Nathan Gurgel" userId="25a4c336f2f0df70" providerId="LiveId" clId="{2935EFF2-25DB-497F-9375-33D956F60029}" dt="2025-08-30T12:44:50.649" v="537" actId="1076"/>
        <pc:sldMkLst>
          <pc:docMk/>
          <pc:sldMk cId="2564752772" sldId="297"/>
        </pc:sldMkLst>
        <pc:spChg chg="add mod">
          <ac:chgData name="Nathan Gurgel" userId="25a4c336f2f0df70" providerId="LiveId" clId="{2935EFF2-25DB-497F-9375-33D956F60029}" dt="2025-08-30T12:42:02.820" v="506" actId="20577"/>
          <ac:spMkLst>
            <pc:docMk/>
            <pc:sldMk cId="2564752772" sldId="297"/>
            <ac:spMk id="3" creationId="{DF97695A-49BC-319F-E26B-9632BCF684D0}"/>
          </ac:spMkLst>
        </pc:spChg>
        <pc:spChg chg="del mod">
          <ac:chgData name="Nathan Gurgel" userId="25a4c336f2f0df70" providerId="LiveId" clId="{2935EFF2-25DB-497F-9375-33D956F60029}" dt="2025-08-30T12:41:19.750" v="481" actId="478"/>
          <ac:spMkLst>
            <pc:docMk/>
            <pc:sldMk cId="2564752772" sldId="297"/>
            <ac:spMk id="5" creationId="{88043352-5198-92C2-7C30-C6DF180FF351}"/>
          </ac:spMkLst>
        </pc:spChg>
        <pc:picChg chg="add mod">
          <ac:chgData name="Nathan Gurgel" userId="25a4c336f2f0df70" providerId="LiveId" clId="{2935EFF2-25DB-497F-9375-33D956F60029}" dt="2025-08-30T12:44:00.919" v="533" actId="1076"/>
          <ac:picMkLst>
            <pc:docMk/>
            <pc:sldMk cId="2564752772" sldId="297"/>
            <ac:picMk id="1026" creationId="{7EEE90EA-ADC9-E6D1-1F61-DDEA20D6149C}"/>
          </ac:picMkLst>
        </pc:picChg>
        <pc:picChg chg="add mod">
          <ac:chgData name="Nathan Gurgel" userId="25a4c336f2f0df70" providerId="LiveId" clId="{2935EFF2-25DB-497F-9375-33D956F60029}" dt="2025-08-30T12:43:57.865" v="532" actId="1076"/>
          <ac:picMkLst>
            <pc:docMk/>
            <pc:sldMk cId="2564752772" sldId="297"/>
            <ac:picMk id="1028" creationId="{B28C5ABD-5898-1CDA-BF02-4A9A69FC9CC6}"/>
          </ac:picMkLst>
        </pc:picChg>
        <pc:picChg chg="add mod">
          <ac:chgData name="Nathan Gurgel" userId="25a4c336f2f0df70" providerId="LiveId" clId="{2935EFF2-25DB-497F-9375-33D956F60029}" dt="2025-08-30T12:43:13.963" v="522" actId="1076"/>
          <ac:picMkLst>
            <pc:docMk/>
            <pc:sldMk cId="2564752772" sldId="297"/>
            <ac:picMk id="1030" creationId="{59CCC952-949A-ABAA-8C7F-E251CAB6EB12}"/>
          </ac:picMkLst>
        </pc:picChg>
        <pc:picChg chg="add mod">
          <ac:chgData name="Nathan Gurgel" userId="25a4c336f2f0df70" providerId="LiveId" clId="{2935EFF2-25DB-497F-9375-33D956F60029}" dt="2025-08-30T12:43:56.426" v="531" actId="1076"/>
          <ac:picMkLst>
            <pc:docMk/>
            <pc:sldMk cId="2564752772" sldId="297"/>
            <ac:picMk id="1032" creationId="{8E0DED4F-33B2-95AD-3FAB-1A0D7BD6D77D}"/>
          </ac:picMkLst>
        </pc:picChg>
        <pc:picChg chg="add mod">
          <ac:chgData name="Nathan Gurgel" userId="25a4c336f2f0df70" providerId="LiveId" clId="{2935EFF2-25DB-497F-9375-33D956F60029}" dt="2025-08-30T12:43:54.094" v="530" actId="1076"/>
          <ac:picMkLst>
            <pc:docMk/>
            <pc:sldMk cId="2564752772" sldId="297"/>
            <ac:picMk id="1034" creationId="{F7B86301-78B1-9034-48B0-0651B9DC9307}"/>
          </ac:picMkLst>
        </pc:picChg>
        <pc:picChg chg="add mod">
          <ac:chgData name="Nathan Gurgel" userId="25a4c336f2f0df70" providerId="LiveId" clId="{2935EFF2-25DB-497F-9375-33D956F60029}" dt="2025-08-30T12:44:50.649" v="537" actId="1076"/>
          <ac:picMkLst>
            <pc:docMk/>
            <pc:sldMk cId="2564752772" sldId="297"/>
            <ac:picMk id="1036" creationId="{8917CF55-C9B4-A11D-F483-BA80BD5A9FD6}"/>
          </ac:picMkLst>
        </pc:picChg>
      </pc:sldChg>
      <pc:sldChg chg="delSp modSp add mod">
        <pc:chgData name="Nathan Gurgel" userId="25a4c336f2f0df70" providerId="LiveId" clId="{2935EFF2-25DB-497F-9375-33D956F60029}" dt="2025-08-30T15:21:08.444" v="1968" actId="20577"/>
        <pc:sldMkLst>
          <pc:docMk/>
          <pc:sldMk cId="4259921703" sldId="298"/>
        </pc:sldMkLst>
        <pc:spChg chg="mod">
          <ac:chgData name="Nathan Gurgel" userId="25a4c336f2f0df70" providerId="LiveId" clId="{2935EFF2-25DB-497F-9375-33D956F60029}" dt="2025-08-30T12:47:15.335" v="553" actId="20577"/>
          <ac:spMkLst>
            <pc:docMk/>
            <pc:sldMk cId="4259921703" sldId="298"/>
            <ac:spMk id="2" creationId="{05385B44-8988-31A1-FE03-4739CEB7A21C}"/>
          </ac:spMkLst>
        </pc:spChg>
        <pc:spChg chg="mod">
          <ac:chgData name="Nathan Gurgel" userId="25a4c336f2f0df70" providerId="LiveId" clId="{2935EFF2-25DB-497F-9375-33D956F60029}" dt="2025-08-30T15:21:08.444" v="1968" actId="20577"/>
          <ac:spMkLst>
            <pc:docMk/>
            <pc:sldMk cId="4259921703" sldId="298"/>
            <ac:spMk id="3" creationId="{6C1E21CC-EDED-5E22-15CB-FBB5743DEB69}"/>
          </ac:spMkLst>
        </pc:spChg>
        <pc:picChg chg="del">
          <ac:chgData name="Nathan Gurgel" userId="25a4c336f2f0df70" providerId="LiveId" clId="{2935EFF2-25DB-497F-9375-33D956F60029}" dt="2025-08-30T12:47:28.291" v="559" actId="478"/>
          <ac:picMkLst>
            <pc:docMk/>
            <pc:sldMk cId="4259921703" sldId="298"/>
            <ac:picMk id="1026" creationId="{47D93C4B-737F-B729-4D31-63B1493AC505}"/>
          </ac:picMkLst>
        </pc:picChg>
        <pc:picChg chg="del">
          <ac:chgData name="Nathan Gurgel" userId="25a4c336f2f0df70" providerId="LiveId" clId="{2935EFF2-25DB-497F-9375-33D956F60029}" dt="2025-08-30T12:47:27.810" v="558" actId="478"/>
          <ac:picMkLst>
            <pc:docMk/>
            <pc:sldMk cId="4259921703" sldId="298"/>
            <ac:picMk id="1028" creationId="{F348D372-18FA-5385-FCB1-FAA0F4BAB944}"/>
          </ac:picMkLst>
        </pc:picChg>
        <pc:picChg chg="mod">
          <ac:chgData name="Nathan Gurgel" userId="25a4c336f2f0df70" providerId="LiveId" clId="{2935EFF2-25DB-497F-9375-33D956F60029}" dt="2025-08-30T12:47:25.404" v="554" actId="1076"/>
          <ac:picMkLst>
            <pc:docMk/>
            <pc:sldMk cId="4259921703" sldId="298"/>
            <ac:picMk id="1030" creationId="{BEEB8469-8475-396F-A9F3-18A1BD7CD4A0}"/>
          </ac:picMkLst>
        </pc:picChg>
        <pc:picChg chg="del">
          <ac:chgData name="Nathan Gurgel" userId="25a4c336f2f0df70" providerId="LiveId" clId="{2935EFF2-25DB-497F-9375-33D956F60029}" dt="2025-08-30T12:47:26.837" v="556" actId="478"/>
          <ac:picMkLst>
            <pc:docMk/>
            <pc:sldMk cId="4259921703" sldId="298"/>
            <ac:picMk id="1032" creationId="{8811E44A-40A4-3C5D-ABDF-654245D44D83}"/>
          </ac:picMkLst>
        </pc:picChg>
        <pc:picChg chg="del">
          <ac:chgData name="Nathan Gurgel" userId="25a4c336f2f0df70" providerId="LiveId" clId="{2935EFF2-25DB-497F-9375-33D956F60029}" dt="2025-08-30T12:47:27.310" v="557" actId="478"/>
          <ac:picMkLst>
            <pc:docMk/>
            <pc:sldMk cId="4259921703" sldId="298"/>
            <ac:picMk id="1034" creationId="{4C60D3C1-BD6D-628B-4F5E-1314EEE8620D}"/>
          </ac:picMkLst>
        </pc:picChg>
        <pc:picChg chg="del">
          <ac:chgData name="Nathan Gurgel" userId="25a4c336f2f0df70" providerId="LiveId" clId="{2935EFF2-25DB-497F-9375-33D956F60029}" dt="2025-08-30T12:47:26.388" v="555" actId="478"/>
          <ac:picMkLst>
            <pc:docMk/>
            <pc:sldMk cId="4259921703" sldId="298"/>
            <ac:picMk id="1036" creationId="{CC569D75-4A11-AD34-70DE-4BC68F620BB6}"/>
          </ac:picMkLst>
        </pc:picChg>
      </pc:sldChg>
      <pc:sldChg chg="addSp delSp modSp add mod">
        <pc:chgData name="Nathan Gurgel" userId="25a4c336f2f0df70" providerId="LiveId" clId="{2935EFF2-25DB-497F-9375-33D956F60029}" dt="2025-08-30T15:16:24.807" v="1949" actId="20577"/>
        <pc:sldMkLst>
          <pc:docMk/>
          <pc:sldMk cId="69842095" sldId="299"/>
        </pc:sldMkLst>
        <pc:spChg chg="del">
          <ac:chgData name="Nathan Gurgel" userId="25a4c336f2f0df70" providerId="LiveId" clId="{2935EFF2-25DB-497F-9375-33D956F60029}" dt="2025-08-30T14:22:13.463" v="963" actId="478"/>
          <ac:spMkLst>
            <pc:docMk/>
            <pc:sldMk cId="69842095" sldId="299"/>
            <ac:spMk id="3" creationId="{6F6062F7-AAA1-B022-FB0F-7832FEC9756A}"/>
          </ac:spMkLst>
        </pc:spChg>
        <pc:spChg chg="add del mod">
          <ac:chgData name="Nathan Gurgel" userId="25a4c336f2f0df70" providerId="LiveId" clId="{2935EFF2-25DB-497F-9375-33D956F60029}" dt="2025-08-30T14:22:15.822" v="964" actId="478"/>
          <ac:spMkLst>
            <pc:docMk/>
            <pc:sldMk cId="69842095" sldId="299"/>
            <ac:spMk id="5" creationId="{E0605EF9-3381-7D02-B5A6-BED99D15F89F}"/>
          </ac:spMkLst>
        </pc:spChg>
        <pc:spChg chg="add mod">
          <ac:chgData name="Nathan Gurgel" userId="25a4c336f2f0df70" providerId="LiveId" clId="{2935EFF2-25DB-497F-9375-33D956F60029}" dt="2025-08-30T15:16:24.807" v="1949" actId="20577"/>
          <ac:spMkLst>
            <pc:docMk/>
            <pc:sldMk cId="69842095" sldId="299"/>
            <ac:spMk id="6" creationId="{E92ECADA-FB59-A4A8-8D82-BB466E19C9ED}"/>
          </ac:spMkLst>
        </pc:spChg>
        <pc:picChg chg="add mod">
          <ac:chgData name="Nathan Gurgel" userId="25a4c336f2f0df70" providerId="LiveId" clId="{2935EFF2-25DB-497F-9375-33D956F60029}" dt="2025-08-30T14:22:22.524" v="968" actId="1076"/>
          <ac:picMkLst>
            <pc:docMk/>
            <pc:sldMk cId="69842095" sldId="299"/>
            <ac:picMk id="2050" creationId="{2B725F8D-FF21-4A7B-B2B1-AA7F41E3507A}"/>
          </ac:picMkLst>
        </pc:picChg>
        <pc:picChg chg="add del mod">
          <ac:chgData name="Nathan Gurgel" userId="25a4c336f2f0df70" providerId="LiveId" clId="{2935EFF2-25DB-497F-9375-33D956F60029}" dt="2025-08-30T14:24:01.034" v="973" actId="478"/>
          <ac:picMkLst>
            <pc:docMk/>
            <pc:sldMk cId="69842095" sldId="299"/>
            <ac:picMk id="2052" creationId="{719C8176-0CBD-431B-2D78-9352F3C962F1}"/>
          </ac:picMkLst>
        </pc:picChg>
      </pc:sldChg>
      <pc:sldChg chg="modSp add mod">
        <pc:chgData name="Nathan Gurgel" userId="25a4c336f2f0df70" providerId="LiveId" clId="{2935EFF2-25DB-497F-9375-33D956F60029}" dt="2025-08-31T14:19:27.577" v="4944" actId="20577"/>
        <pc:sldMkLst>
          <pc:docMk/>
          <pc:sldMk cId="452165030" sldId="300"/>
        </pc:sldMkLst>
        <pc:spChg chg="mod">
          <ac:chgData name="Nathan Gurgel" userId="25a4c336f2f0df70" providerId="LiveId" clId="{2935EFF2-25DB-497F-9375-33D956F60029}" dt="2025-08-31T14:19:27.577" v="4944" actId="20577"/>
          <ac:spMkLst>
            <pc:docMk/>
            <pc:sldMk cId="452165030" sldId="300"/>
            <ac:spMk id="6" creationId="{540650F1-D37D-36A8-F10E-226BF0B3C54B}"/>
          </ac:spMkLst>
        </pc:spChg>
      </pc:sldChg>
      <pc:sldChg chg="add del">
        <pc:chgData name="Nathan Gurgel" userId="25a4c336f2f0df70" providerId="LiveId" clId="{2935EFF2-25DB-497F-9375-33D956F60029}" dt="2025-08-30T15:39:07.371" v="2625" actId="47"/>
        <pc:sldMkLst>
          <pc:docMk/>
          <pc:sldMk cId="3528360808" sldId="301"/>
        </pc:sldMkLst>
      </pc:sldChg>
      <pc:sldChg chg="addSp delSp modSp add mod">
        <pc:chgData name="Nathan Gurgel" userId="25a4c336f2f0df70" providerId="LiveId" clId="{2935EFF2-25DB-497F-9375-33D956F60029}" dt="2025-08-30T15:28:15.745" v="2150" actId="14100"/>
        <pc:sldMkLst>
          <pc:docMk/>
          <pc:sldMk cId="1850412707" sldId="302"/>
        </pc:sldMkLst>
        <pc:spChg chg="mod">
          <ac:chgData name="Nathan Gurgel" userId="25a4c336f2f0df70" providerId="LiveId" clId="{2935EFF2-25DB-497F-9375-33D956F60029}" dt="2025-08-30T15:24:50.913" v="1976" actId="20577"/>
          <ac:spMkLst>
            <pc:docMk/>
            <pc:sldMk cId="1850412707" sldId="302"/>
            <ac:spMk id="2" creationId="{6D099F75-DA7E-2C2D-3C5E-1B01043B641C}"/>
          </ac:spMkLst>
        </pc:spChg>
        <pc:spChg chg="mod">
          <ac:chgData name="Nathan Gurgel" userId="25a4c336f2f0df70" providerId="LiveId" clId="{2935EFF2-25DB-497F-9375-33D956F60029}" dt="2025-08-30T15:28:15.745" v="2150" actId="14100"/>
          <ac:spMkLst>
            <pc:docMk/>
            <pc:sldMk cId="1850412707" sldId="302"/>
            <ac:spMk id="6" creationId="{9DA7C893-4264-98B0-10EF-C5AE29E006D8}"/>
          </ac:spMkLst>
        </pc:spChg>
        <pc:picChg chg="mod">
          <ac:chgData name="Nathan Gurgel" userId="25a4c336f2f0df70" providerId="LiveId" clId="{2935EFF2-25DB-497F-9375-33D956F60029}" dt="2025-08-30T15:24:47.867" v="1971" actId="1076"/>
          <ac:picMkLst>
            <pc:docMk/>
            <pc:sldMk cId="1850412707" sldId="302"/>
            <ac:picMk id="1030" creationId="{F5ED0D23-ED6C-9ECC-07C4-C4474988FE65}"/>
          </ac:picMkLst>
        </pc:picChg>
        <pc:picChg chg="del mod">
          <ac:chgData name="Nathan Gurgel" userId="25a4c336f2f0df70" providerId="LiveId" clId="{2935EFF2-25DB-497F-9375-33D956F60029}" dt="2025-08-30T15:27:29.892" v="2031" actId="478"/>
          <ac:picMkLst>
            <pc:docMk/>
            <pc:sldMk cId="1850412707" sldId="302"/>
            <ac:picMk id="2050" creationId="{98C887AD-5131-13CE-F393-BE789C283E6C}"/>
          </ac:picMkLst>
        </pc:picChg>
        <pc:picChg chg="add mod">
          <ac:chgData name="Nathan Gurgel" userId="25a4c336f2f0df70" providerId="LiveId" clId="{2935EFF2-25DB-497F-9375-33D956F60029}" dt="2025-08-30T15:28:00.032" v="2121" actId="1076"/>
          <ac:picMkLst>
            <pc:docMk/>
            <pc:sldMk cId="1850412707" sldId="302"/>
            <ac:picMk id="3074" creationId="{886A5D42-AC24-FF43-A640-B8318DD2E5B8}"/>
          </ac:picMkLst>
        </pc:picChg>
      </pc:sldChg>
      <pc:sldChg chg="add del">
        <pc:chgData name="Nathan Gurgel" userId="25a4c336f2f0df70" providerId="LiveId" clId="{2935EFF2-25DB-497F-9375-33D956F60029}" dt="2025-08-30T15:39:06.030" v="2624" actId="47"/>
        <pc:sldMkLst>
          <pc:docMk/>
          <pc:sldMk cId="1367988913" sldId="303"/>
        </pc:sldMkLst>
      </pc:sldChg>
      <pc:sldChg chg="addSp delSp modSp add mod">
        <pc:chgData name="Nathan Gurgel" userId="25a4c336f2f0df70" providerId="LiveId" clId="{2935EFF2-25DB-497F-9375-33D956F60029}" dt="2025-08-30T15:30:01.437" v="2325" actId="20577"/>
        <pc:sldMkLst>
          <pc:docMk/>
          <pc:sldMk cId="2716636036" sldId="304"/>
        </pc:sldMkLst>
        <pc:spChg chg="mod">
          <ac:chgData name="Nathan Gurgel" userId="25a4c336f2f0df70" providerId="LiveId" clId="{2935EFF2-25DB-497F-9375-33D956F60029}" dt="2025-08-30T15:28:20.383" v="2152" actId="20577"/>
          <ac:spMkLst>
            <pc:docMk/>
            <pc:sldMk cId="2716636036" sldId="304"/>
            <ac:spMk id="2" creationId="{E670F566-E0F9-0633-509E-C2DC843795BF}"/>
          </ac:spMkLst>
        </pc:spChg>
        <pc:spChg chg="mod">
          <ac:chgData name="Nathan Gurgel" userId="25a4c336f2f0df70" providerId="LiveId" clId="{2935EFF2-25DB-497F-9375-33D956F60029}" dt="2025-08-30T15:30:01.437" v="2325" actId="20577"/>
          <ac:spMkLst>
            <pc:docMk/>
            <pc:sldMk cId="2716636036" sldId="304"/>
            <ac:spMk id="6" creationId="{E4B97A83-3838-7218-1BF1-AC29E81E9B83}"/>
          </ac:spMkLst>
        </pc:spChg>
        <pc:picChg chg="del">
          <ac:chgData name="Nathan Gurgel" userId="25a4c336f2f0df70" providerId="LiveId" clId="{2935EFF2-25DB-497F-9375-33D956F60029}" dt="2025-08-30T15:28:36.991" v="2153" actId="478"/>
          <ac:picMkLst>
            <pc:docMk/>
            <pc:sldMk cId="2716636036" sldId="304"/>
            <ac:picMk id="3074" creationId="{93CDB99F-2E2B-EEB8-C21C-6CAA6A46A1CE}"/>
          </ac:picMkLst>
        </pc:picChg>
        <pc:picChg chg="add mod">
          <ac:chgData name="Nathan Gurgel" userId="25a4c336f2f0df70" providerId="LiveId" clId="{2935EFF2-25DB-497F-9375-33D956F60029}" dt="2025-08-30T15:28:41.339" v="2156" actId="1076"/>
          <ac:picMkLst>
            <pc:docMk/>
            <pc:sldMk cId="2716636036" sldId="304"/>
            <ac:picMk id="4098" creationId="{B0786B07-B564-9844-0A8F-EF4074B93F5A}"/>
          </ac:picMkLst>
        </pc:picChg>
      </pc:sldChg>
      <pc:sldChg chg="addSp delSp modSp add mod ord">
        <pc:chgData name="Nathan Gurgel" userId="25a4c336f2f0df70" providerId="LiveId" clId="{2935EFF2-25DB-497F-9375-33D956F60029}" dt="2025-08-30T15:37:48.380" v="2497" actId="14100"/>
        <pc:sldMkLst>
          <pc:docMk/>
          <pc:sldMk cId="4190503535" sldId="305"/>
        </pc:sldMkLst>
        <pc:spChg chg="mod">
          <ac:chgData name="Nathan Gurgel" userId="25a4c336f2f0df70" providerId="LiveId" clId="{2935EFF2-25DB-497F-9375-33D956F60029}" dt="2025-08-30T15:30:25.846" v="2330" actId="20577"/>
          <ac:spMkLst>
            <pc:docMk/>
            <pc:sldMk cId="4190503535" sldId="305"/>
            <ac:spMk id="2" creationId="{3FDB39C5-F756-8C1F-5735-2C7091451A49}"/>
          </ac:spMkLst>
        </pc:spChg>
        <pc:spChg chg="mod">
          <ac:chgData name="Nathan Gurgel" userId="25a4c336f2f0df70" providerId="LiveId" clId="{2935EFF2-25DB-497F-9375-33D956F60029}" dt="2025-08-30T15:37:48.380" v="2497" actId="14100"/>
          <ac:spMkLst>
            <pc:docMk/>
            <pc:sldMk cId="4190503535" sldId="305"/>
            <ac:spMk id="6" creationId="{3581F776-BF15-2B66-0A86-7232C6347FE8}"/>
          </ac:spMkLst>
        </pc:spChg>
        <pc:picChg chg="del">
          <ac:chgData name="Nathan Gurgel" userId="25a4c336f2f0df70" providerId="LiveId" clId="{2935EFF2-25DB-497F-9375-33D956F60029}" dt="2025-08-30T15:31:37.770" v="2455" actId="478"/>
          <ac:picMkLst>
            <pc:docMk/>
            <pc:sldMk cId="4190503535" sldId="305"/>
            <ac:picMk id="3074" creationId="{A7D5EDA0-ABBE-62C6-C8CD-52C0A2839599}"/>
          </ac:picMkLst>
        </pc:picChg>
        <pc:picChg chg="add mod">
          <ac:chgData name="Nathan Gurgel" userId="25a4c336f2f0df70" providerId="LiveId" clId="{2935EFF2-25DB-497F-9375-33D956F60029}" dt="2025-08-30T15:37:42.799" v="2494" actId="1076"/>
          <ac:picMkLst>
            <pc:docMk/>
            <pc:sldMk cId="4190503535" sldId="305"/>
            <ac:picMk id="5122" creationId="{D117E325-ABC7-1AAF-360A-2C95D68AE5CA}"/>
          </ac:picMkLst>
        </pc:picChg>
      </pc:sldChg>
      <pc:sldChg chg="addSp delSp modSp add mod ord">
        <pc:chgData name="Nathan Gurgel" userId="25a4c336f2f0df70" providerId="LiveId" clId="{2935EFF2-25DB-497F-9375-33D956F60029}" dt="2025-08-30T21:04:24.848" v="3577"/>
        <pc:sldMkLst>
          <pc:docMk/>
          <pc:sldMk cId="342643111" sldId="306"/>
        </pc:sldMkLst>
        <pc:spChg chg="add mod">
          <ac:chgData name="Nathan Gurgel" userId="25a4c336f2f0df70" providerId="LiveId" clId="{2935EFF2-25DB-497F-9375-33D956F60029}" dt="2025-08-30T20:51:58.871" v="3034" actId="14100"/>
          <ac:spMkLst>
            <pc:docMk/>
            <pc:sldMk cId="342643111" sldId="306"/>
            <ac:spMk id="3" creationId="{944A6731-D2BD-9672-0132-71A1FBFA0087}"/>
          </ac:spMkLst>
        </pc:spChg>
        <pc:spChg chg="add mod">
          <ac:chgData name="Nathan Gurgel" userId="25a4c336f2f0df70" providerId="LiveId" clId="{2935EFF2-25DB-497F-9375-33D956F60029}" dt="2025-08-30T20:52:06.238" v="3038" actId="14100"/>
          <ac:spMkLst>
            <pc:docMk/>
            <pc:sldMk cId="342643111" sldId="306"/>
            <ac:spMk id="4" creationId="{58B4C401-9BAD-9AEB-6CD3-D6E3168772FB}"/>
          </ac:spMkLst>
        </pc:spChg>
        <pc:spChg chg="add mod">
          <ac:chgData name="Nathan Gurgel" userId="25a4c336f2f0df70" providerId="LiveId" clId="{2935EFF2-25DB-497F-9375-33D956F60029}" dt="2025-08-30T20:52:13.061" v="3041" actId="14100"/>
          <ac:spMkLst>
            <pc:docMk/>
            <pc:sldMk cId="342643111" sldId="306"/>
            <ac:spMk id="5" creationId="{FA3F6B16-4BE6-6507-49FA-EB8FD5D81CBC}"/>
          </ac:spMkLst>
        </pc:spChg>
        <pc:spChg chg="mod">
          <ac:chgData name="Nathan Gurgel" userId="25a4c336f2f0df70" providerId="LiveId" clId="{2935EFF2-25DB-497F-9375-33D956F60029}" dt="2025-08-30T16:02:06.402" v="3030" actId="20577"/>
          <ac:spMkLst>
            <pc:docMk/>
            <pc:sldMk cId="342643111" sldId="306"/>
            <ac:spMk id="6" creationId="{BE27E96E-05B7-4C5F-682B-34126A7CBF09}"/>
          </ac:spMkLst>
        </pc:spChg>
        <pc:spChg chg="add mod">
          <ac:chgData name="Nathan Gurgel" userId="25a4c336f2f0df70" providerId="LiveId" clId="{2935EFF2-25DB-497F-9375-33D956F60029}" dt="2025-08-30T20:56:11.036" v="3136" actId="208"/>
          <ac:spMkLst>
            <pc:docMk/>
            <pc:sldMk cId="342643111" sldId="306"/>
            <ac:spMk id="7" creationId="{BC06FB5A-1AFC-229E-7F0A-05F0A3F0B609}"/>
          </ac:spMkLst>
        </pc:spChg>
        <pc:spChg chg="add mod">
          <ac:chgData name="Nathan Gurgel" userId="25a4c336f2f0df70" providerId="LiveId" clId="{2935EFF2-25DB-497F-9375-33D956F60029}" dt="2025-08-30T20:53:36.729" v="3061" actId="1076"/>
          <ac:spMkLst>
            <pc:docMk/>
            <pc:sldMk cId="342643111" sldId="306"/>
            <ac:spMk id="16" creationId="{EF0587F4-CE7F-BE40-B745-4C1135F54A9F}"/>
          </ac:spMkLst>
        </pc:spChg>
        <pc:spChg chg="add mod">
          <ac:chgData name="Nathan Gurgel" userId="25a4c336f2f0df70" providerId="LiveId" clId="{2935EFF2-25DB-497F-9375-33D956F60029}" dt="2025-08-30T20:53:54.290" v="3114" actId="20577"/>
          <ac:spMkLst>
            <pc:docMk/>
            <pc:sldMk cId="342643111" sldId="306"/>
            <ac:spMk id="17" creationId="{3C1D284A-4BAA-E80F-629F-EEE6137B7FD4}"/>
          </ac:spMkLst>
        </pc:spChg>
        <pc:spChg chg="add mod">
          <ac:chgData name="Nathan Gurgel" userId="25a4c336f2f0df70" providerId="LiveId" clId="{2935EFF2-25DB-497F-9375-33D956F60029}" dt="2025-08-30T20:54:06.820" v="3124" actId="20577"/>
          <ac:spMkLst>
            <pc:docMk/>
            <pc:sldMk cId="342643111" sldId="306"/>
            <ac:spMk id="18" creationId="{6F15EE82-7E3C-CEF9-D525-5A448BB4AF83}"/>
          </ac:spMkLst>
        </pc:spChg>
        <pc:spChg chg="add mod">
          <ac:chgData name="Nathan Gurgel" userId="25a4c336f2f0df70" providerId="LiveId" clId="{2935EFF2-25DB-497F-9375-33D956F60029}" dt="2025-08-30T20:54:15.706" v="3135" actId="20577"/>
          <ac:spMkLst>
            <pc:docMk/>
            <pc:sldMk cId="342643111" sldId="306"/>
            <ac:spMk id="19" creationId="{307A108C-D378-C79C-4321-E2D3EB3F9A0B}"/>
          </ac:spMkLst>
        </pc:spChg>
        <pc:picChg chg="del">
          <ac:chgData name="Nathan Gurgel" userId="25a4c336f2f0df70" providerId="LiveId" clId="{2935EFF2-25DB-497F-9375-33D956F60029}" dt="2025-08-30T15:38:24.729" v="2501" actId="478"/>
          <ac:picMkLst>
            <pc:docMk/>
            <pc:sldMk cId="342643111" sldId="306"/>
            <ac:picMk id="2050" creationId="{3B0FFB7D-9EFE-93E4-41D2-E8F08201F570}"/>
          </ac:picMkLst>
        </pc:picChg>
        <pc:cxnChg chg="add mod">
          <ac:chgData name="Nathan Gurgel" userId="25a4c336f2f0df70" providerId="LiveId" clId="{2935EFF2-25DB-497F-9375-33D956F60029}" dt="2025-08-30T20:52:43.828" v="3046" actId="208"/>
          <ac:cxnSpMkLst>
            <pc:docMk/>
            <pc:sldMk cId="342643111" sldId="306"/>
            <ac:cxnSpMk id="9" creationId="{FFE2B874-F890-06FB-FFEE-DD950F00EC24}"/>
          </ac:cxnSpMkLst>
        </pc:cxnChg>
        <pc:cxnChg chg="add mod">
          <ac:chgData name="Nathan Gurgel" userId="25a4c336f2f0df70" providerId="LiveId" clId="{2935EFF2-25DB-497F-9375-33D956F60029}" dt="2025-08-30T20:52:56.765" v="3048" actId="208"/>
          <ac:cxnSpMkLst>
            <pc:docMk/>
            <pc:sldMk cId="342643111" sldId="306"/>
            <ac:cxnSpMk id="11" creationId="{8EA33661-F3CE-41E5-7341-3A6EAD736C74}"/>
          </ac:cxnSpMkLst>
        </pc:cxnChg>
        <pc:cxnChg chg="add mod">
          <ac:chgData name="Nathan Gurgel" userId="25a4c336f2f0df70" providerId="LiveId" clId="{2935EFF2-25DB-497F-9375-33D956F60029}" dt="2025-08-30T20:53:06.379" v="3050" actId="208"/>
          <ac:cxnSpMkLst>
            <pc:docMk/>
            <pc:sldMk cId="342643111" sldId="306"/>
            <ac:cxnSpMk id="13" creationId="{ECD23659-3706-634A-7248-90852B0047F7}"/>
          </ac:cxnSpMkLst>
        </pc:cxnChg>
        <pc:cxnChg chg="add mod">
          <ac:chgData name="Nathan Gurgel" userId="25a4c336f2f0df70" providerId="LiveId" clId="{2935EFF2-25DB-497F-9375-33D956F60029}" dt="2025-08-30T20:56:11.036" v="3136" actId="208"/>
          <ac:cxnSpMkLst>
            <pc:docMk/>
            <pc:sldMk cId="342643111" sldId="306"/>
            <ac:cxnSpMk id="15" creationId="{9544FC9D-6490-49A8-1B82-E94B7105B01B}"/>
          </ac:cxnSpMkLst>
        </pc:cxnChg>
      </pc:sldChg>
      <pc:sldChg chg="new del">
        <pc:chgData name="Nathan Gurgel" userId="25a4c336f2f0df70" providerId="LiveId" clId="{2935EFF2-25DB-497F-9375-33D956F60029}" dt="2025-08-30T15:38:19.878" v="2499" actId="47"/>
        <pc:sldMkLst>
          <pc:docMk/>
          <pc:sldMk cId="1168039492" sldId="306"/>
        </pc:sldMkLst>
      </pc:sldChg>
      <pc:sldChg chg="addSp delSp modSp add mod">
        <pc:chgData name="Nathan Gurgel" userId="25a4c336f2f0df70" providerId="LiveId" clId="{2935EFF2-25DB-497F-9375-33D956F60029}" dt="2025-08-30T20:59:54.146" v="3334" actId="20577"/>
        <pc:sldMkLst>
          <pc:docMk/>
          <pc:sldMk cId="589287426" sldId="307"/>
        </pc:sldMkLst>
        <pc:spChg chg="mod">
          <ac:chgData name="Nathan Gurgel" userId="25a4c336f2f0df70" providerId="LiveId" clId="{2935EFF2-25DB-497F-9375-33D956F60029}" dt="2025-08-30T20:56:46.251" v="3151" actId="20577"/>
          <ac:spMkLst>
            <pc:docMk/>
            <pc:sldMk cId="589287426" sldId="307"/>
            <ac:spMk id="2" creationId="{223326AE-E0EF-ACD4-151A-F469170BA709}"/>
          </ac:spMkLst>
        </pc:spChg>
        <pc:spChg chg="mod">
          <ac:chgData name="Nathan Gurgel" userId="25a4c336f2f0df70" providerId="LiveId" clId="{2935EFF2-25DB-497F-9375-33D956F60029}" dt="2025-08-30T20:59:54.146" v="3334" actId="20577"/>
          <ac:spMkLst>
            <pc:docMk/>
            <pc:sldMk cId="589287426" sldId="307"/>
            <ac:spMk id="6" creationId="{34CA5F6F-F0C7-DAB8-015B-FDE0A0A86C42}"/>
          </ac:spMkLst>
        </pc:spChg>
        <pc:picChg chg="del">
          <ac:chgData name="Nathan Gurgel" userId="25a4c336f2f0df70" providerId="LiveId" clId="{2935EFF2-25DB-497F-9375-33D956F60029}" dt="2025-08-30T20:57:15.204" v="3152" actId="478"/>
          <ac:picMkLst>
            <pc:docMk/>
            <pc:sldMk cId="589287426" sldId="307"/>
            <ac:picMk id="4098" creationId="{D975C598-75EF-C407-7278-E23035D19CC7}"/>
          </ac:picMkLst>
        </pc:picChg>
        <pc:picChg chg="add mod">
          <ac:chgData name="Nathan Gurgel" userId="25a4c336f2f0df70" providerId="LiveId" clId="{2935EFF2-25DB-497F-9375-33D956F60029}" dt="2025-08-30T20:57:27.155" v="3159" actId="1076"/>
          <ac:picMkLst>
            <pc:docMk/>
            <pc:sldMk cId="589287426" sldId="307"/>
            <ac:picMk id="6146" creationId="{FCEEE9AA-83DA-99C2-9111-47F1AAEED8C9}"/>
          </ac:picMkLst>
        </pc:picChg>
      </pc:sldChg>
      <pc:sldChg chg="addSp delSp modSp add mod">
        <pc:chgData name="Nathan Gurgel" userId="25a4c336f2f0df70" providerId="LiveId" clId="{2935EFF2-25DB-497F-9375-33D956F60029}" dt="2025-08-30T21:02:47.353" v="3569" actId="20577"/>
        <pc:sldMkLst>
          <pc:docMk/>
          <pc:sldMk cId="2447348217" sldId="308"/>
        </pc:sldMkLst>
        <pc:spChg chg="mod">
          <ac:chgData name="Nathan Gurgel" userId="25a4c336f2f0df70" providerId="LiveId" clId="{2935EFF2-25DB-497F-9375-33D956F60029}" dt="2025-08-30T21:00:27.650" v="3341" actId="20577"/>
          <ac:spMkLst>
            <pc:docMk/>
            <pc:sldMk cId="2447348217" sldId="308"/>
            <ac:spMk id="2" creationId="{BCF54F89-BE28-33D6-C5E9-EDA9E101736B}"/>
          </ac:spMkLst>
        </pc:spChg>
        <pc:spChg chg="mod">
          <ac:chgData name="Nathan Gurgel" userId="25a4c336f2f0df70" providerId="LiveId" clId="{2935EFF2-25DB-497F-9375-33D956F60029}" dt="2025-08-30T21:02:47.353" v="3569" actId="20577"/>
          <ac:spMkLst>
            <pc:docMk/>
            <pc:sldMk cId="2447348217" sldId="308"/>
            <ac:spMk id="6" creationId="{BFABCF75-7E1C-1EF8-6B9D-3D2273292477}"/>
          </ac:spMkLst>
        </pc:spChg>
        <pc:picChg chg="del">
          <ac:chgData name="Nathan Gurgel" userId="25a4c336f2f0df70" providerId="LiveId" clId="{2935EFF2-25DB-497F-9375-33D956F60029}" dt="2025-08-30T21:01:18.741" v="3452" actId="478"/>
          <ac:picMkLst>
            <pc:docMk/>
            <pc:sldMk cId="2447348217" sldId="308"/>
            <ac:picMk id="6146" creationId="{3C9F69BE-9D87-D94D-A0D0-65294CA3CBB4}"/>
          </ac:picMkLst>
        </pc:picChg>
        <pc:picChg chg="add mod">
          <ac:chgData name="Nathan Gurgel" userId="25a4c336f2f0df70" providerId="LiveId" clId="{2935EFF2-25DB-497F-9375-33D956F60029}" dt="2025-08-30T21:01:23.280" v="3456" actId="1076"/>
          <ac:picMkLst>
            <pc:docMk/>
            <pc:sldMk cId="2447348217" sldId="308"/>
            <ac:picMk id="7170" creationId="{8C24584F-E25C-C40F-4E50-81F866CCB5BE}"/>
          </ac:picMkLst>
        </pc:picChg>
      </pc:sldChg>
      <pc:sldChg chg="addSp delSp modSp add mod">
        <pc:chgData name="Nathan Gurgel" userId="25a4c336f2f0df70" providerId="LiveId" clId="{2935EFF2-25DB-497F-9375-33D956F60029}" dt="2025-08-31T13:47:17.991" v="3865" actId="20577"/>
        <pc:sldMkLst>
          <pc:docMk/>
          <pc:sldMk cId="2437120765" sldId="309"/>
        </pc:sldMkLst>
        <pc:spChg chg="mod">
          <ac:chgData name="Nathan Gurgel" userId="25a4c336f2f0df70" providerId="LiveId" clId="{2935EFF2-25DB-497F-9375-33D956F60029}" dt="2025-08-30T21:03:36.605" v="3575" actId="20577"/>
          <ac:spMkLst>
            <pc:docMk/>
            <pc:sldMk cId="2437120765" sldId="309"/>
            <ac:spMk id="2" creationId="{3450243F-0BED-924D-2034-026096DAF016}"/>
          </ac:spMkLst>
        </pc:spChg>
        <pc:spChg chg="add">
          <ac:chgData name="Nathan Gurgel" userId="25a4c336f2f0df70" providerId="LiveId" clId="{2935EFF2-25DB-497F-9375-33D956F60029}" dt="2025-08-31T13:42:03.372" v="3579"/>
          <ac:spMkLst>
            <pc:docMk/>
            <pc:sldMk cId="2437120765" sldId="309"/>
            <ac:spMk id="3" creationId="{027A6ABC-37D2-21FA-9946-1EE62B6919BC}"/>
          </ac:spMkLst>
        </pc:spChg>
        <pc:spChg chg="mod">
          <ac:chgData name="Nathan Gurgel" userId="25a4c336f2f0df70" providerId="LiveId" clId="{2935EFF2-25DB-497F-9375-33D956F60029}" dt="2025-08-31T13:47:17.991" v="3865" actId="20577"/>
          <ac:spMkLst>
            <pc:docMk/>
            <pc:sldMk cId="2437120765" sldId="309"/>
            <ac:spMk id="6" creationId="{3D7D51D0-5ED6-4FF2-E6E0-E118F62D7F20}"/>
          </ac:spMkLst>
        </pc:spChg>
        <pc:picChg chg="del">
          <ac:chgData name="Nathan Gurgel" userId="25a4c336f2f0df70" providerId="LiveId" clId="{2935EFF2-25DB-497F-9375-33D956F60029}" dt="2025-08-31T13:42:01.926" v="3578" actId="478"/>
          <ac:picMkLst>
            <pc:docMk/>
            <pc:sldMk cId="2437120765" sldId="309"/>
            <ac:picMk id="7170" creationId="{AE664B60-3932-1DA4-E68A-19DD407C6949}"/>
          </ac:picMkLst>
        </pc:picChg>
        <pc:picChg chg="add mod">
          <ac:chgData name="Nathan Gurgel" userId="25a4c336f2f0df70" providerId="LiveId" clId="{2935EFF2-25DB-497F-9375-33D956F60029}" dt="2025-08-31T13:42:37.178" v="3582" actId="1076"/>
          <ac:picMkLst>
            <pc:docMk/>
            <pc:sldMk cId="2437120765" sldId="309"/>
            <ac:picMk id="8196" creationId="{F087F66B-DE64-04A6-8691-C8E4B958BD93}"/>
          </ac:picMkLst>
        </pc:picChg>
      </pc:sldChg>
      <pc:sldChg chg="addSp delSp modSp add mod">
        <pc:chgData name="Nathan Gurgel" userId="25a4c336f2f0df70" providerId="LiveId" clId="{2935EFF2-25DB-497F-9375-33D956F60029}" dt="2025-08-31T13:54:39.356" v="4232" actId="20577"/>
        <pc:sldMkLst>
          <pc:docMk/>
          <pc:sldMk cId="900276756" sldId="310"/>
        </pc:sldMkLst>
        <pc:spChg chg="mod">
          <ac:chgData name="Nathan Gurgel" userId="25a4c336f2f0df70" providerId="LiveId" clId="{2935EFF2-25DB-497F-9375-33D956F60029}" dt="2025-08-31T13:48:05.988" v="3877" actId="20577"/>
          <ac:spMkLst>
            <pc:docMk/>
            <pc:sldMk cId="900276756" sldId="310"/>
            <ac:spMk id="2" creationId="{1E80A0A6-B90B-19D5-7851-AF3D5199E83C}"/>
          </ac:spMkLst>
        </pc:spChg>
        <pc:spChg chg="add mod">
          <ac:chgData name="Nathan Gurgel" userId="25a4c336f2f0df70" providerId="LiveId" clId="{2935EFF2-25DB-497F-9375-33D956F60029}" dt="2025-08-31T13:54:39.356" v="4232" actId="20577"/>
          <ac:spMkLst>
            <pc:docMk/>
            <pc:sldMk cId="900276756" sldId="310"/>
            <ac:spMk id="4" creationId="{1E026D19-F337-5352-E90C-27A2FCACEDC4}"/>
          </ac:spMkLst>
        </pc:spChg>
        <pc:spChg chg="mod">
          <ac:chgData name="Nathan Gurgel" userId="25a4c336f2f0df70" providerId="LiveId" clId="{2935EFF2-25DB-497F-9375-33D956F60029}" dt="2025-08-31T13:50:59.277" v="4158" actId="20577"/>
          <ac:spMkLst>
            <pc:docMk/>
            <pc:sldMk cId="900276756" sldId="310"/>
            <ac:spMk id="6" creationId="{2474907D-FB47-74C8-410C-B0DD192EC4D6}"/>
          </ac:spMkLst>
        </pc:spChg>
        <pc:picChg chg="del">
          <ac:chgData name="Nathan Gurgel" userId="25a4c336f2f0df70" providerId="LiveId" clId="{2935EFF2-25DB-497F-9375-33D956F60029}" dt="2025-08-31T13:49:55.432" v="3893" actId="478"/>
          <ac:picMkLst>
            <pc:docMk/>
            <pc:sldMk cId="900276756" sldId="310"/>
            <ac:picMk id="8196" creationId="{2F865050-CFF6-E83A-27D6-0C5102B33CC3}"/>
          </ac:picMkLst>
        </pc:picChg>
      </pc:sldChg>
      <pc:sldChg chg="addSp delSp modSp add mod">
        <pc:chgData name="Nathan Gurgel" userId="25a4c336f2f0df70" providerId="LiveId" clId="{2935EFF2-25DB-497F-9375-33D956F60029}" dt="2025-08-31T13:59:34.783" v="4591" actId="20577"/>
        <pc:sldMkLst>
          <pc:docMk/>
          <pc:sldMk cId="681140518" sldId="311"/>
        </pc:sldMkLst>
        <pc:spChg chg="mod">
          <ac:chgData name="Nathan Gurgel" userId="25a4c336f2f0df70" providerId="LiveId" clId="{2935EFF2-25DB-497F-9375-33D956F60029}" dt="2025-08-31T13:55:10.895" v="4238" actId="20577"/>
          <ac:spMkLst>
            <pc:docMk/>
            <pc:sldMk cId="681140518" sldId="311"/>
            <ac:spMk id="2" creationId="{2F089798-67E4-F8E7-2530-C7324C0AA5AF}"/>
          </ac:spMkLst>
        </pc:spChg>
        <pc:spChg chg="del">
          <ac:chgData name="Nathan Gurgel" userId="25a4c336f2f0df70" providerId="LiveId" clId="{2935EFF2-25DB-497F-9375-33D956F60029}" dt="2025-08-31T13:55:31.403" v="4239" actId="478"/>
          <ac:spMkLst>
            <pc:docMk/>
            <pc:sldMk cId="681140518" sldId="311"/>
            <ac:spMk id="4" creationId="{847F07CD-75BD-7CA9-76EC-C429E7682455}"/>
          </ac:spMkLst>
        </pc:spChg>
        <pc:spChg chg="add del mod">
          <ac:chgData name="Nathan Gurgel" userId="25a4c336f2f0df70" providerId="LiveId" clId="{2935EFF2-25DB-497F-9375-33D956F60029}" dt="2025-08-31T13:55:33.019" v="4241" actId="478"/>
          <ac:spMkLst>
            <pc:docMk/>
            <pc:sldMk cId="681140518" sldId="311"/>
            <ac:spMk id="5" creationId="{D00795BC-1E5A-DFE0-2021-7D95783CA570}"/>
          </ac:spMkLst>
        </pc:spChg>
        <pc:spChg chg="mod">
          <ac:chgData name="Nathan Gurgel" userId="25a4c336f2f0df70" providerId="LiveId" clId="{2935EFF2-25DB-497F-9375-33D956F60029}" dt="2025-08-31T13:59:34.783" v="4591" actId="20577"/>
          <ac:spMkLst>
            <pc:docMk/>
            <pc:sldMk cId="681140518" sldId="311"/>
            <ac:spMk id="6" creationId="{87161E95-4F00-C8ED-1A90-D2AED67693F2}"/>
          </ac:spMkLst>
        </pc:spChg>
        <pc:picChg chg="add mod">
          <ac:chgData name="Nathan Gurgel" userId="25a4c336f2f0df70" providerId="LiveId" clId="{2935EFF2-25DB-497F-9375-33D956F60029}" dt="2025-08-31T13:55:57.778" v="4245" actId="1076"/>
          <ac:picMkLst>
            <pc:docMk/>
            <pc:sldMk cId="681140518" sldId="311"/>
            <ac:picMk id="8" creationId="{D0D88F53-46CA-C89C-C160-078CEE83A1E3}"/>
          </ac:picMkLst>
        </pc:picChg>
      </pc:sldChg>
      <pc:sldChg chg="addSp delSp modSp add mod">
        <pc:chgData name="Nathan Gurgel" userId="25a4c336f2f0df70" providerId="LiveId" clId="{2935EFF2-25DB-497F-9375-33D956F60029}" dt="2025-08-31T14:02:35.633" v="4935" actId="20577"/>
        <pc:sldMkLst>
          <pc:docMk/>
          <pc:sldMk cId="1599872273" sldId="312"/>
        </pc:sldMkLst>
        <pc:spChg chg="mod">
          <ac:chgData name="Nathan Gurgel" userId="25a4c336f2f0df70" providerId="LiveId" clId="{2935EFF2-25DB-497F-9375-33D956F60029}" dt="2025-08-31T14:00:07.093" v="4594" actId="20577"/>
          <ac:spMkLst>
            <pc:docMk/>
            <pc:sldMk cId="1599872273" sldId="312"/>
            <ac:spMk id="2" creationId="{96B8BBD0-C195-96E9-939B-4D69502C9A66}"/>
          </ac:spMkLst>
        </pc:spChg>
        <pc:spChg chg="mod">
          <ac:chgData name="Nathan Gurgel" userId="25a4c336f2f0df70" providerId="LiveId" clId="{2935EFF2-25DB-497F-9375-33D956F60029}" dt="2025-08-31T14:02:35.633" v="4935" actId="20577"/>
          <ac:spMkLst>
            <pc:docMk/>
            <pc:sldMk cId="1599872273" sldId="312"/>
            <ac:spMk id="6" creationId="{40F35948-B254-81F8-DD73-B05D3F19A580}"/>
          </ac:spMkLst>
        </pc:spChg>
        <pc:picChg chg="del">
          <ac:chgData name="Nathan Gurgel" userId="25a4c336f2f0df70" providerId="LiveId" clId="{2935EFF2-25DB-497F-9375-33D956F60029}" dt="2025-08-31T14:01:57.844" v="4866" actId="478"/>
          <ac:picMkLst>
            <pc:docMk/>
            <pc:sldMk cId="1599872273" sldId="312"/>
            <ac:picMk id="8" creationId="{35A6FE38-368F-C474-99CD-6617B7D8EA42}"/>
          </ac:picMkLst>
        </pc:picChg>
        <pc:picChg chg="add mod">
          <ac:chgData name="Nathan Gurgel" userId="25a4c336f2f0df70" providerId="LiveId" clId="{2935EFF2-25DB-497F-9375-33D956F60029}" dt="2025-08-31T14:02:18.752" v="4876" actId="1076"/>
          <ac:picMkLst>
            <pc:docMk/>
            <pc:sldMk cId="1599872273" sldId="312"/>
            <ac:picMk id="10242" creationId="{CCFAF177-B733-C5D4-D38D-02B4BF81D54C}"/>
          </ac:picMkLst>
        </pc:picChg>
      </pc:sldChg>
      <pc:sldChg chg="addSp delSp modSp add mod">
        <pc:chgData name="Nathan Gurgel" userId="25a4c336f2f0df70" providerId="LiveId" clId="{2935EFF2-25DB-497F-9375-33D956F60029}" dt="2025-08-31T14:26:56.897" v="5120" actId="20577"/>
        <pc:sldMkLst>
          <pc:docMk/>
          <pc:sldMk cId="766023949" sldId="313"/>
        </pc:sldMkLst>
        <pc:spChg chg="mod">
          <ac:chgData name="Nathan Gurgel" userId="25a4c336f2f0df70" providerId="LiveId" clId="{2935EFF2-25DB-497F-9375-33D956F60029}" dt="2025-08-31T14:19:35.424" v="4947" actId="20577"/>
          <ac:spMkLst>
            <pc:docMk/>
            <pc:sldMk cId="766023949" sldId="313"/>
            <ac:spMk id="2" creationId="{A8982332-FE47-2FCB-C158-1F99B49BCDC8}"/>
          </ac:spMkLst>
        </pc:spChg>
        <pc:spChg chg="mod">
          <ac:chgData name="Nathan Gurgel" userId="25a4c336f2f0df70" providerId="LiveId" clId="{2935EFF2-25DB-497F-9375-33D956F60029}" dt="2025-08-31T14:26:56.897" v="5120" actId="20577"/>
          <ac:spMkLst>
            <pc:docMk/>
            <pc:sldMk cId="766023949" sldId="313"/>
            <ac:spMk id="6" creationId="{09F5963D-4255-3126-CAAF-D1FAF0BAB6F5}"/>
          </ac:spMkLst>
        </pc:spChg>
        <pc:picChg chg="del">
          <ac:chgData name="Nathan Gurgel" userId="25a4c336f2f0df70" providerId="LiveId" clId="{2935EFF2-25DB-497F-9375-33D956F60029}" dt="2025-08-31T14:25:00.510" v="5024" actId="478"/>
          <ac:picMkLst>
            <pc:docMk/>
            <pc:sldMk cId="766023949" sldId="313"/>
            <ac:picMk id="10242" creationId="{18FFEAE9-C80E-0E5C-D4A8-486DAEA08EBB}"/>
          </ac:picMkLst>
        </pc:picChg>
        <pc:picChg chg="add mod">
          <ac:chgData name="Nathan Gurgel" userId="25a4c336f2f0df70" providerId="LiveId" clId="{2935EFF2-25DB-497F-9375-33D956F60029}" dt="2025-08-31T14:25:05.760" v="5027" actId="1076"/>
          <ac:picMkLst>
            <pc:docMk/>
            <pc:sldMk cId="766023949" sldId="313"/>
            <ac:picMk id="11266" creationId="{00E0D74E-1BC9-A1C7-52BC-5FE9814637E5}"/>
          </ac:picMkLst>
        </pc:picChg>
      </pc:sldChg>
      <pc:sldChg chg="addSp delSp modSp add mod">
        <pc:chgData name="Nathan Gurgel" userId="25a4c336f2f0df70" providerId="LiveId" clId="{2935EFF2-25DB-497F-9375-33D956F60029}" dt="2025-08-31T14:31:52.606" v="5602" actId="20577"/>
        <pc:sldMkLst>
          <pc:docMk/>
          <pc:sldMk cId="1210957582" sldId="314"/>
        </pc:sldMkLst>
        <pc:spChg chg="mod">
          <ac:chgData name="Nathan Gurgel" userId="25a4c336f2f0df70" providerId="LiveId" clId="{2935EFF2-25DB-497F-9375-33D956F60029}" dt="2025-08-31T14:28:53.240" v="5136" actId="20577"/>
          <ac:spMkLst>
            <pc:docMk/>
            <pc:sldMk cId="1210957582" sldId="314"/>
            <ac:spMk id="2" creationId="{B2807B0E-6510-74E7-32E9-A4BEDD58BDAB}"/>
          </ac:spMkLst>
        </pc:spChg>
        <pc:spChg chg="add del mod">
          <ac:chgData name="Nathan Gurgel" userId="25a4c336f2f0df70" providerId="LiveId" clId="{2935EFF2-25DB-497F-9375-33D956F60029}" dt="2025-08-31T14:31:14.342" v="5484" actId="478"/>
          <ac:spMkLst>
            <pc:docMk/>
            <pc:sldMk cId="1210957582" sldId="314"/>
            <ac:spMk id="4" creationId="{733BA2D6-94C4-DA5D-ADFF-EC4AB5B5D5C9}"/>
          </ac:spMkLst>
        </pc:spChg>
        <pc:spChg chg="mod">
          <ac:chgData name="Nathan Gurgel" userId="25a4c336f2f0df70" providerId="LiveId" clId="{2935EFF2-25DB-497F-9375-33D956F60029}" dt="2025-08-31T14:31:52.606" v="5602" actId="20577"/>
          <ac:spMkLst>
            <pc:docMk/>
            <pc:sldMk cId="1210957582" sldId="314"/>
            <ac:spMk id="6" creationId="{24EEF708-35CB-2C29-FEF2-49F20DEDA7DA}"/>
          </ac:spMkLst>
        </pc:spChg>
        <pc:picChg chg="add mod">
          <ac:chgData name="Nathan Gurgel" userId="25a4c336f2f0df70" providerId="LiveId" clId="{2935EFF2-25DB-497F-9375-33D956F60029}" dt="2025-08-31T14:31:24.604" v="5487" actId="1076"/>
          <ac:picMkLst>
            <pc:docMk/>
            <pc:sldMk cId="1210957582" sldId="314"/>
            <ac:picMk id="7" creationId="{73E655A7-9D22-145D-29DB-9EAC24318C7D}"/>
          </ac:picMkLst>
        </pc:picChg>
        <pc:picChg chg="mod">
          <ac:chgData name="Nathan Gurgel" userId="25a4c336f2f0df70" providerId="LiveId" clId="{2935EFF2-25DB-497F-9375-33D956F60029}" dt="2025-08-31T14:28:48.653" v="5122" actId="1076"/>
          <ac:picMkLst>
            <pc:docMk/>
            <pc:sldMk cId="1210957582" sldId="314"/>
            <ac:picMk id="1030" creationId="{C36F5FED-06DF-0E44-0BBA-BC6A3EB89B6E}"/>
          </ac:picMkLst>
        </pc:picChg>
        <pc:picChg chg="del">
          <ac:chgData name="Nathan Gurgel" userId="25a4c336f2f0df70" providerId="LiveId" clId="{2935EFF2-25DB-497F-9375-33D956F60029}" dt="2025-08-31T14:30:04.523" v="5300" actId="478"/>
          <ac:picMkLst>
            <pc:docMk/>
            <pc:sldMk cId="1210957582" sldId="314"/>
            <ac:picMk id="11266" creationId="{E6248AA5-5FD1-5887-A641-2C1D2715EF37}"/>
          </ac:picMkLst>
        </pc:picChg>
        <pc:picChg chg="add del mod">
          <ac:chgData name="Nathan Gurgel" userId="25a4c336f2f0df70" providerId="LiveId" clId="{2935EFF2-25DB-497F-9375-33D956F60029}" dt="2025-08-31T14:31:02.578" v="5482" actId="478"/>
          <ac:picMkLst>
            <pc:docMk/>
            <pc:sldMk cId="1210957582" sldId="314"/>
            <ac:picMk id="12290" creationId="{BEDBF256-D51C-7D9D-8728-A4B74FE865AF}"/>
          </ac:picMkLst>
        </pc:picChg>
      </pc:sldChg>
    </pc:docChg>
  </pc:docChgLst>
  <pc:docChgLst>
    <pc:chgData name="Nathan Gurgel" userId="25a4c336f2f0df70" providerId="LiveId" clId="{48DDF112-7B9F-4F0A-BFF0-672E63768419}"/>
    <pc:docChg chg="modSld">
      <pc:chgData name="Nathan Gurgel" userId="25a4c336f2f0df70" providerId="LiveId" clId="{48DDF112-7B9F-4F0A-BFF0-672E63768419}" dt="2025-08-27T21:12:20.633" v="41"/>
      <pc:docMkLst>
        <pc:docMk/>
      </pc:docMkLst>
      <pc:sldChg chg="addSp delSp modSp mod">
        <pc:chgData name="Nathan Gurgel" userId="25a4c336f2f0df70" providerId="LiveId" clId="{48DDF112-7B9F-4F0A-BFF0-672E63768419}" dt="2025-08-27T21:12:20.633" v="41"/>
        <pc:sldMkLst>
          <pc:docMk/>
          <pc:sldMk cId="4078916280" sldId="257"/>
        </pc:sldMkLst>
        <pc:spChg chg="mod">
          <ac:chgData name="Nathan Gurgel" userId="25a4c336f2f0df70" providerId="LiveId" clId="{48DDF112-7B9F-4F0A-BFF0-672E63768419}" dt="2025-08-27T21:12:20.633" v="41"/>
          <ac:spMkLst>
            <pc:docMk/>
            <pc:sldMk cId="4078916280" sldId="257"/>
            <ac:spMk id="9" creationId="{FB4BB11A-3C07-0132-3A00-A92132FF2657}"/>
          </ac:spMkLst>
        </pc:spChg>
        <pc:picChg chg="add mod">
          <ac:chgData name="Nathan Gurgel" userId="25a4c336f2f0df70" providerId="LiveId" clId="{48DDF112-7B9F-4F0A-BFF0-672E63768419}" dt="2025-08-27T20:53:05.878" v="25"/>
          <ac:picMkLst>
            <pc:docMk/>
            <pc:sldMk cId="4078916280" sldId="257"/>
            <ac:picMk id="4" creationId="{68558A43-A26C-E4D5-39A2-255B10DFEEF8}"/>
          </ac:picMkLst>
        </pc:picChg>
        <pc:picChg chg="mod">
          <ac:chgData name="Nathan Gurgel" userId="25a4c336f2f0df70" providerId="LiveId" clId="{48DDF112-7B9F-4F0A-BFF0-672E63768419}" dt="2025-08-27T21:12:16.653" v="40"/>
          <ac:picMkLst>
            <pc:docMk/>
            <pc:sldMk cId="4078916280" sldId="257"/>
            <ac:picMk id="1028" creationId="{AEA2149F-7559-DFEC-778D-C124C710BCBB}"/>
          </ac:picMkLst>
        </pc:picChg>
      </pc:sldChg>
      <pc:sldChg chg="modSp mod">
        <pc:chgData name="Nathan Gurgel" userId="25a4c336f2f0df70" providerId="LiveId" clId="{48DDF112-7B9F-4F0A-BFF0-672E63768419}" dt="2025-08-27T20:45:29.468" v="20" actId="20577"/>
        <pc:sldMkLst>
          <pc:docMk/>
          <pc:sldMk cId="4123654992" sldId="279"/>
        </pc:sldMkLst>
        <pc:spChg chg="mod">
          <ac:chgData name="Nathan Gurgel" userId="25a4c336f2f0df70" providerId="LiveId" clId="{48DDF112-7B9F-4F0A-BFF0-672E63768419}" dt="2025-08-27T20:45:29.468" v="20" actId="20577"/>
          <ac:spMkLst>
            <pc:docMk/>
            <pc:sldMk cId="4123654992" sldId="279"/>
            <ac:spMk id="2" creationId="{E8737519-D1A6-0EB8-EA51-28104CCA97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F6B72-B09D-4618-B0DE-3F271D234791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C56C9-47C3-476A-855B-7A6ED6F5B7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68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21A4A-4FEA-042A-54C1-C693D84C4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2A7DF-C7BC-59CA-FD1A-AE5440C7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40FA71-BD9E-64DD-D1DD-65A87FDC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45159A-6282-F6F7-B3EF-8A5096AE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F581D9-3B11-8844-2E4D-C1DD5043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85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DB807-D0C8-DA59-C46F-17ADD172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A82A1-9023-DD38-95F9-E52E40E1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3D1B1-1D00-9DEB-A89A-517A23DE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40B30-D593-8FBC-099C-B5F99B4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3B4722-AB3F-6D7D-AFC3-7871954E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35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C69EC-F34E-A6E5-FF50-BB5654D3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7337B-A02A-E724-B485-9DA0D053C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C6C030-4F79-140E-8578-98040163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5E68D-9B45-DC49-4CC5-4A1AA07C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D5213-E438-FB74-6B68-779F0957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92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F053E-C93B-F106-B0D7-C726E39C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EFA7F-C3BE-8182-6D47-6648D831E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20C692-C8D8-7B2E-3CD1-578EE379F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F88E26-F8BE-B93F-CFB5-5C6E1B9A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19F2C8-7C9E-3C96-2B40-4A51CECF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1CABD3-1EF0-32DB-227B-8D0B3591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32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2856B-417E-B723-C75D-22CC697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2E65AA-5BA5-FD3E-A503-3556B03D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2499D3-90B7-0BA4-580C-B4C1E596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0D9B7-EF68-574B-37EB-699D01941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4C42D0-D331-7F8B-D7BA-F51984A69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936C3A-2207-F810-7D65-0DA8454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447E6A-A6C5-A6F3-7E11-D44EE700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27B969-CAB5-685B-068E-CFD9E60B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18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D6C6D-509C-4830-94D2-B7EE0764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FC4F6E-EEEA-2363-8CDA-E6ECC9EB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4C89E1-481F-CD32-D9C7-BBCF5EA4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26C106-50D6-92D8-B8CE-385AE55C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7F22D1-5C70-D96B-6159-E954402B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7968E4-59BA-3895-5E46-B9446260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69F169-F921-9713-3A42-008596C1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83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B2617-C7FF-84B8-451B-B491396A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80E71-5F83-CC72-C102-B44678D49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57D181-073E-BAA3-BA05-263DE7C20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AA478-3AB1-C3A8-7F34-709D461B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48F624-8565-B00B-DEF2-9742835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8182ED-CABC-1BB6-AED9-DB1CA957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52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C05F1-E3ED-9220-050D-DFB00022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E54116-2EFF-520E-5E60-F928C575B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A427CF-DB5A-8A7D-5F1B-B6FBA3DDC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685D1-F763-966F-B23D-4441710E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F0A2BA-B05B-60E3-ADCE-F3BB2541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C7BB3D-67EC-6085-9D6C-42BB3EEA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1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625C6-AF4E-2858-6945-BE2A7934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BC3128-7701-292A-5A0D-73434E53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BC42B9-9426-1C62-CB13-A6C70201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773FB-34A4-2C8A-BDCF-D1C49E71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4AAEB2-05FE-DFE5-D764-449DFB60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27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2F333-603A-2998-81A2-8B6F6E048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CB623F-17B0-9F2D-48DF-B82CF105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E11AD6-DC60-8A83-A5E3-AFECAFBC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37139-AD2B-D8A1-CF21-9188A3EF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49FB0-8BBC-0426-CD43-A7018B09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3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7E7B72-BC9E-10D5-2B51-3426E8FC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C38749-1D90-1870-1B9C-FAFD9CE0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9CD43F-718C-C070-7751-1CDB10A37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A2FB2-CE8E-4D02-9501-9EAECAB1E348}" type="datetimeFigureOut">
              <a:rPr lang="pt-BR" smtClean="0"/>
              <a:t>30/08/2025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46D81B-553B-5618-A883-6BB22F85D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97C44-433C-D01C-645E-6C70AF66E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22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NJ7T-Cuc90&amp;list=PLLpZ1DoEuR9t7vMqJY2Yglh9tiE-PvqFw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hyperlink" Target="https://www.youtube.com/watch?v=nvtybUhoTOQ&amp;list=PL-reVyOy0P87Rh0A5iAa0bIVUVvFffghv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hyperlink" Target="https://ngspice.sourceforge.io/docs/ngspice-manual.pdf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hyperlink" Target="https://github.com/IHP-GmbH/IHP-Open-DesignLib" TargetMode="External"/><Relationship Id="rId9" Type="http://schemas.openxmlformats.org/officeDocument/2006/relationships/hyperlink" Target="https://github.com/google/skywater-pdk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ngspice-devel-join@lists.sourceforge.net" TargetMode="External"/><Relationship Id="rId2" Type="http://schemas.openxmlformats.org/officeDocument/2006/relationships/hyperlink" Target="mailto:ngspice-users-join@lists.sourceforge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828F5-B046-50B4-3ABF-F911C8DC7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PT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Grupo de Estudos em Microeletr</a:t>
            </a:r>
            <a:r>
              <a:rPr lang="pt-BR" dirty="0" err="1">
                <a:solidFill>
                  <a:schemeClr val="bg1"/>
                </a:solidFill>
                <a:latin typeface="EurostileLTW04-BoldExt2" panose="020B0907030502060204" pitchFamily="34" charset="0"/>
              </a:rPr>
              <a:t>ônica</a:t>
            </a: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 de Radiofrequência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24874A-2140-67C3-E09F-0A5B6926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360504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6D452-6D6E-8B8C-B2C9-138AED98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37519-D1A6-0EB8-EA51-28104CCA9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Simulações no NGSPICE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9AA745-9849-46EB-82D6-DD392021E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41236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49AA-F699-F0DB-4143-FC4060BC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0CB0C-952B-C123-CC76-2E097C9E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Sum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ário</a:t>
            </a:r>
            <a:endParaRPr lang="pt-BR" dirty="0">
              <a:solidFill>
                <a:schemeClr val="bg1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D8001-29A9-ADF8-E8D4-8F5E9FB7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Referências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Introdução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Caracterização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Hands-on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0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0B92-200C-A02F-3789-3B047F48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Referências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E96935-A3BC-DED3-763B-01726B7E159D}"/>
              </a:ext>
            </a:extLst>
          </p:cNvPr>
          <p:cNvSpPr txBox="1"/>
          <p:nvPr/>
        </p:nvSpPr>
        <p:spPr>
          <a:xfrm>
            <a:off x="1484803" y="1506022"/>
            <a:ext cx="2013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Livro referência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DBBC3F-1160-D70E-D8F3-C759A6F364F1}"/>
              </a:ext>
            </a:extLst>
          </p:cNvPr>
          <p:cNvSpPr txBox="1"/>
          <p:nvPr/>
        </p:nvSpPr>
        <p:spPr>
          <a:xfrm>
            <a:off x="7254232" y="1616581"/>
            <a:ext cx="2706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Materiais de Referência 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28" name="Picture 4" descr="Youtube Logo PNG.">
            <a:hlinkClick r:id="rId2"/>
            <a:extLst>
              <a:ext uri="{FF2B5EF4-FFF2-40B4-BE49-F238E27FC236}">
                <a16:creationId xmlns:a16="http://schemas.microsoft.com/office/drawing/2014/main" id="{AEA2149F-7559-DFEC-778D-C124C710B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t="39365" r="62857" b="39682"/>
          <a:stretch>
            <a:fillRect/>
          </a:stretch>
        </p:blipFill>
        <p:spPr bwMode="auto">
          <a:xfrm>
            <a:off x="6678924" y="2109386"/>
            <a:ext cx="1110343" cy="83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hlinkClick r:id="rId2"/>
            <a:extLst>
              <a:ext uri="{FF2B5EF4-FFF2-40B4-BE49-F238E27FC236}">
                <a16:creationId xmlns:a16="http://schemas.microsoft.com/office/drawing/2014/main" id="{FB4BB11A-3C07-0132-3A00-A92132FF2657}"/>
              </a:ext>
            </a:extLst>
          </p:cNvPr>
          <p:cNvSpPr txBox="1"/>
          <p:nvPr/>
        </p:nvSpPr>
        <p:spPr>
          <a:xfrm>
            <a:off x="7972431" y="2269914"/>
            <a:ext cx="2965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Sim w </a:t>
            </a:r>
            <a:r>
              <a:rPr lang="pt-BR" sz="32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KiCAD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2" name="Gráfico 11">
            <a:hlinkClick r:id="rId4"/>
            <a:extLst>
              <a:ext uri="{FF2B5EF4-FFF2-40B4-BE49-F238E27FC236}">
                <a16:creationId xmlns:a16="http://schemas.microsoft.com/office/drawing/2014/main" id="{ED02A9ED-86C6-54E4-3392-6354675499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3353" y="3429000"/>
            <a:ext cx="1055914" cy="1055914"/>
          </a:xfrm>
          <a:prstGeom prst="rect">
            <a:avLst/>
          </a:prstGeom>
        </p:spPr>
      </p:pic>
      <p:pic>
        <p:nvPicPr>
          <p:cNvPr id="1034" name="Picture 10" descr="IHP : IHP Logos">
            <a:hlinkClick r:id="rId4"/>
            <a:extLst>
              <a:ext uri="{FF2B5EF4-FFF2-40B4-BE49-F238E27FC236}">
                <a16:creationId xmlns:a16="http://schemas.microsoft.com/office/drawing/2014/main" id="{A101E8D2-85AC-03A1-2D57-62C3B2E06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38" y="3370711"/>
            <a:ext cx="1055913" cy="111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hlinkClick r:id="rId8"/>
            <a:extLst>
              <a:ext uri="{FF2B5EF4-FFF2-40B4-BE49-F238E27FC236}">
                <a16:creationId xmlns:a16="http://schemas.microsoft.com/office/drawing/2014/main" id="{34F1E3B8-8E35-B81E-8298-5F2E0EDC81BD}"/>
              </a:ext>
            </a:extLst>
          </p:cNvPr>
          <p:cNvSpPr txBox="1"/>
          <p:nvPr/>
        </p:nvSpPr>
        <p:spPr>
          <a:xfrm>
            <a:off x="9160457" y="3664570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  <a:hlinkClick r:id="rId4"/>
              </a:rPr>
              <a:t>IHP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FD9DF13-2AC2-DD64-B0BF-45CD9E39A939}"/>
              </a:ext>
            </a:extLst>
          </p:cNvPr>
          <p:cNvCxnSpPr/>
          <p:nvPr/>
        </p:nvCxnSpPr>
        <p:spPr>
          <a:xfrm>
            <a:off x="6678924" y="3102429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5013FD8-3045-3CE6-1487-19B9C4C2C7C4}"/>
              </a:ext>
            </a:extLst>
          </p:cNvPr>
          <p:cNvCxnSpPr/>
          <p:nvPr/>
        </p:nvCxnSpPr>
        <p:spPr>
          <a:xfrm>
            <a:off x="6733353" y="4811486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áfico 16">
            <a:hlinkClick r:id="rId9"/>
            <a:extLst>
              <a:ext uri="{FF2B5EF4-FFF2-40B4-BE49-F238E27FC236}">
                <a16:creationId xmlns:a16="http://schemas.microsoft.com/office/drawing/2014/main" id="{8E5CC4AE-AD0B-D6B7-8200-93A5C972C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3353" y="5048763"/>
            <a:ext cx="1055914" cy="1055914"/>
          </a:xfrm>
          <a:prstGeom prst="rect">
            <a:avLst/>
          </a:prstGeom>
        </p:spPr>
      </p:pic>
      <p:sp>
        <p:nvSpPr>
          <p:cNvPr id="19" name="CaixaDeTexto 18">
            <a:hlinkClick r:id="rId9"/>
            <a:extLst>
              <a:ext uri="{FF2B5EF4-FFF2-40B4-BE49-F238E27FC236}">
                <a16:creationId xmlns:a16="http://schemas.microsoft.com/office/drawing/2014/main" id="{C44E515B-12FB-D4C5-49B2-462DF6FE0392}"/>
              </a:ext>
            </a:extLst>
          </p:cNvPr>
          <p:cNvSpPr txBox="1"/>
          <p:nvPr/>
        </p:nvSpPr>
        <p:spPr>
          <a:xfrm>
            <a:off x="9160457" y="5284333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Skywater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36" name="Picture 12" descr="SkyWater Technology logo in transparent PNG and vectorized SVG formats">
            <a:hlinkClick r:id="rId9"/>
            <a:extLst>
              <a:ext uri="{FF2B5EF4-FFF2-40B4-BE49-F238E27FC236}">
                <a16:creationId xmlns:a16="http://schemas.microsoft.com/office/drawing/2014/main" id="{0B685839-3E1E-125D-BC3E-C0B14E5B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666" y="5047055"/>
            <a:ext cx="959677" cy="96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hlinkClick r:id="rId11"/>
            <a:extLst>
              <a:ext uri="{FF2B5EF4-FFF2-40B4-BE49-F238E27FC236}">
                <a16:creationId xmlns:a16="http://schemas.microsoft.com/office/drawing/2014/main" id="{68558A43-A26C-E4D5-39A2-255B10DFEE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1923421"/>
            <a:ext cx="3241418" cy="46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1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C053-2C0B-6287-E4CA-757D7B0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8A1AD-AC52-DFED-AB52-34FF213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E1EAFA-254A-6B4F-4DE0-1A671FBD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SPICE</a:t>
            </a:r>
          </a:p>
          <a:p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PT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Sintaxe</a:t>
            </a:r>
          </a:p>
          <a:p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56879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1FAE-93D7-7147-F3BB-57CD756A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5FB94-D3BD-39B9-9E89-E24D4881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SPICE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2652044-0D6A-1612-E5F0-2FFC44FA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Sigla para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Simulation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Program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with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Integrated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Circuit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Emphasis</a:t>
            </a:r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Primeira versão criada por Larry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Nagel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na UC Berkeley, em 1973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Escrito em Fortran até a versão 3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Parou na versão 3.5, em 1993</a:t>
            </a:r>
          </a:p>
        </p:txBody>
      </p:sp>
    </p:spTree>
    <p:extLst>
      <p:ext uri="{BB962C8B-B14F-4D97-AF65-F5344CB8AC3E}">
        <p14:creationId xmlns:p14="http://schemas.microsoft.com/office/powerpoint/2010/main" val="166123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1A19-2C71-5DA3-0B5D-A0E4087F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C69E4-70FB-87DC-4B41-97EEA828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SPICE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97695A-49BC-319F-E26B-9632BCF68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Legado nas Inspirações</a:t>
            </a:r>
          </a:p>
        </p:txBody>
      </p:sp>
      <p:pic>
        <p:nvPicPr>
          <p:cNvPr id="1026" name="Picture 2" descr="HSPICE – High-Performance Computing Center">
            <a:extLst>
              <a:ext uri="{FF2B5EF4-FFF2-40B4-BE49-F238E27FC236}">
                <a16:creationId xmlns:a16="http://schemas.microsoft.com/office/drawing/2014/main" id="{7EEE90EA-ADC9-E6D1-1F61-DDEA20D61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3728192"/>
            <a:ext cx="1821272" cy="18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rCAD/PSpice ile Devre Analizi ve Tasarımı | Udemy">
            <a:extLst>
              <a:ext uri="{FF2B5EF4-FFF2-40B4-BE49-F238E27FC236}">
                <a16:creationId xmlns:a16="http://schemas.microsoft.com/office/drawing/2014/main" id="{B28C5ABD-5898-1CDA-BF02-4A9A69FC9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45" t="14837" r="10224" b="20096"/>
          <a:stretch>
            <a:fillRect/>
          </a:stretch>
        </p:blipFill>
        <p:spPr bwMode="auto">
          <a:xfrm>
            <a:off x="2971858" y="3630868"/>
            <a:ext cx="1758247" cy="201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9CCC952-949A-ABAA-8C7F-E251CAB6E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430" y="3237656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Tspice">
            <a:extLst>
              <a:ext uri="{FF2B5EF4-FFF2-40B4-BE49-F238E27FC236}">
                <a16:creationId xmlns:a16="http://schemas.microsoft.com/office/drawing/2014/main" id="{8E0DED4F-33B2-95AD-3FAB-1A0D7BD6D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844" y="3728193"/>
            <a:ext cx="1821272" cy="18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Xyce™ Parallel Electronic Simulator Version 7.9 Release Notes">
            <a:extLst>
              <a:ext uri="{FF2B5EF4-FFF2-40B4-BE49-F238E27FC236}">
                <a16:creationId xmlns:a16="http://schemas.microsoft.com/office/drawing/2014/main" id="{F7B86301-78B1-9034-48B0-0651B9DC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017" y="4896464"/>
            <a:ext cx="2295413" cy="105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s QSPICE Resting on its Laurels? Hardly - Qorvo">
            <a:extLst>
              <a:ext uri="{FF2B5EF4-FFF2-40B4-BE49-F238E27FC236}">
                <a16:creationId xmlns:a16="http://schemas.microsoft.com/office/drawing/2014/main" id="{8917CF55-C9B4-A11D-F483-BA80BD5A9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335" y="1690688"/>
            <a:ext cx="1793781" cy="18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7AEE-4FC8-DB94-7320-E8FB22CC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85B44-8988-31A1-FE03-4739CEB7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1E21CC-EDED-5E22-15CB-FBB5743DE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Criado por Paolo </a:t>
            </a:r>
            <a:r>
              <a:rPr lang="pt-BR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Nenzi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após o encerramento do SPICE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NG significa Next Generation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Expandiu o SPICE 3f5 ao integrar o CIDER (integração digital-analógico) e o XSPICE (componente como código) ao ecossistema.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Pode acompanhar as discussões de desenvolvimento por meio de</a:t>
            </a:r>
            <a:r>
              <a:rPr lang="pt-PT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:</a:t>
            </a:r>
          </a:p>
          <a:p>
            <a:pPr lvl="1"/>
            <a:r>
              <a:rPr lang="pt-BR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ngspice-users-join@lists.sourceforge.</a:t>
            </a:r>
            <a:r>
              <a:rPr lang="pt-BR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</a:t>
            </a:r>
            <a:endParaRPr lang="pt-BR" dirty="0">
              <a:solidFill>
                <a:schemeClr val="bg2"/>
              </a:solidFill>
            </a:endParaRPr>
          </a:p>
          <a:p>
            <a:pPr lvl="1"/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ngspice-devel-join@lists.sourceforge.net</a:t>
            </a:r>
            <a:endParaRPr lang="pt-BR" dirty="0">
              <a:solidFill>
                <a:schemeClr val="bg2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EEB8469-8475-396F-A9F3-18A1BD7C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59" y="72067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92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93AB-49DA-5988-161F-6A9C391F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FFF26-9911-3C8B-46D9-AC2F12AA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A127924-E626-0DDB-F09B-6F8801887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59" y="72067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GSPICE dc simulation error - Electrical Engineering Stack Exchange">
            <a:extLst>
              <a:ext uri="{FF2B5EF4-FFF2-40B4-BE49-F238E27FC236}">
                <a16:creationId xmlns:a16="http://schemas.microsoft.com/office/drawing/2014/main" id="{2B725F8D-FF21-4A7B-B2B1-AA7F41E35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9059"/>
            <a:ext cx="3552750" cy="448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92ECADA-FB59-A4A8-8D82-BB466E19C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780" y="2057295"/>
            <a:ext cx="6592019" cy="4435580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 partir de um código que descreve o circuito e o tipo de simulação, se gera os resultados esperados.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Utiliza duas estratégias de simulação: KLU e </a:t>
            </a:r>
            <a:r>
              <a:rPr lang="pt-BR" sz="24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Sparse</a:t>
            </a:r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1.3 (padrão).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KLU é eficiente para circuitos grandes, na ordem de milhares de transistores.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KLU não funciona para simulações de ruído e uso do CIDER no NGSPICE.</a:t>
            </a:r>
          </a:p>
        </p:txBody>
      </p:sp>
    </p:spTree>
    <p:extLst>
      <p:ext uri="{BB962C8B-B14F-4D97-AF65-F5344CB8AC3E}">
        <p14:creationId xmlns:p14="http://schemas.microsoft.com/office/powerpoint/2010/main" val="6984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6DB0-3C4F-3330-68D1-5EEE61BA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9335F-2ACA-710D-B29C-96F8D686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759741A-F538-0F53-3B08-6CC1C2C26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59" y="72067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E27E96E-05B7-4C5F-682B-34126A7CB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295"/>
            <a:ext cx="10515600" cy="44355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EXEMPLO DE C</a:t>
            </a: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ÓDIGO NO NGSPICE</a:t>
            </a: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* Aqui </a:t>
            </a: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é um comentário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.</a:t>
            </a:r>
            <a:r>
              <a:rPr lang="pt-BR" sz="1600" dirty="0" err="1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options</a:t>
            </a: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 KLU TNOM=27 TEMP=27 SAVECURRENTS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.</a:t>
            </a:r>
            <a:r>
              <a:rPr lang="pt-BR" sz="1600" dirty="0" err="1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save</a:t>
            </a:r>
            <a:r>
              <a:rPr lang="pt-BR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all</a:t>
            </a: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 marL="0" indent="0">
              <a:buNone/>
            </a:pP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VIN V+ 0 5V</a:t>
            </a: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R1 V+ DIV 1K</a:t>
            </a: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R2 DIV 0 2K</a:t>
            </a:r>
          </a:p>
          <a:p>
            <a:pPr marL="0" indent="0">
              <a:buNone/>
            </a:pP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.dc VIN 0 5 0.01</a:t>
            </a:r>
          </a:p>
          <a:p>
            <a:pPr marL="0" indent="0">
              <a:buNone/>
            </a:pP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.end</a:t>
            </a:r>
          </a:p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  <a:latin typeface="Noto Sans Mono" panose="020B0509040504020204" pitchFamily="50" charset="0"/>
                <a:ea typeface="Noto Sans Mono" panose="020B0509040504020204" pitchFamily="50" charset="0"/>
                <a:cs typeface="Noto Sans Mono" panose="020B0509040504020204" pitchFamily="50" charset="0"/>
              </a:rPr>
              <a:t> * necessario espaço no final</a:t>
            </a:r>
          </a:p>
          <a:p>
            <a:pPr marL="0" indent="0">
              <a:buNone/>
            </a:pPr>
            <a:endParaRPr lang="pt-PT" sz="1600" dirty="0">
              <a:solidFill>
                <a:schemeClr val="bg1"/>
              </a:solidFill>
              <a:latin typeface="Noto Sans Mono" panose="020B0509040504020204" pitchFamily="50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4A6731-D2BD-9672-0132-71A1FBFA0087}"/>
              </a:ext>
            </a:extLst>
          </p:cNvPr>
          <p:cNvSpPr/>
          <p:nvPr/>
        </p:nvSpPr>
        <p:spPr>
          <a:xfrm>
            <a:off x="838200" y="2634343"/>
            <a:ext cx="5170714" cy="794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B4C401-9BAD-9AEB-6CD3-D6E3168772FB}"/>
              </a:ext>
            </a:extLst>
          </p:cNvPr>
          <p:cNvSpPr/>
          <p:nvPr/>
        </p:nvSpPr>
        <p:spPr>
          <a:xfrm>
            <a:off x="838200" y="3608719"/>
            <a:ext cx="5170714" cy="1039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3F6B16-4BE6-6507-49FA-EB8FD5D81CBC}"/>
              </a:ext>
            </a:extLst>
          </p:cNvPr>
          <p:cNvSpPr/>
          <p:nvPr/>
        </p:nvSpPr>
        <p:spPr>
          <a:xfrm>
            <a:off x="838200" y="4827920"/>
            <a:ext cx="5170714" cy="484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06FB5A-1AFC-229E-7F0A-05F0A3F0B609}"/>
              </a:ext>
            </a:extLst>
          </p:cNvPr>
          <p:cNvSpPr/>
          <p:nvPr/>
        </p:nvSpPr>
        <p:spPr>
          <a:xfrm>
            <a:off x="740227" y="1839686"/>
            <a:ext cx="5453743" cy="443558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FE2B874-F890-06FB-FFEE-DD950F00EC24}"/>
              </a:ext>
            </a:extLst>
          </p:cNvPr>
          <p:cNvCxnSpPr>
            <a:stCxn id="3" idx="3"/>
          </p:cNvCxnSpPr>
          <p:nvPr/>
        </p:nvCxnSpPr>
        <p:spPr>
          <a:xfrm flipV="1">
            <a:off x="6008914" y="2732314"/>
            <a:ext cx="2133600" cy="2993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EA33661-F3CE-41E5-7341-3A6EAD736C74}"/>
              </a:ext>
            </a:extLst>
          </p:cNvPr>
          <p:cNvCxnSpPr>
            <a:stCxn id="4" idx="3"/>
          </p:cNvCxnSpPr>
          <p:nvPr/>
        </p:nvCxnSpPr>
        <p:spPr>
          <a:xfrm flipV="1">
            <a:off x="6008914" y="4060371"/>
            <a:ext cx="2133600" cy="680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CD23659-3706-634A-7248-90852B0047F7}"/>
              </a:ext>
            </a:extLst>
          </p:cNvPr>
          <p:cNvCxnSpPr>
            <a:stCxn id="5" idx="3"/>
          </p:cNvCxnSpPr>
          <p:nvPr/>
        </p:nvCxnSpPr>
        <p:spPr>
          <a:xfrm>
            <a:off x="6008914" y="5070075"/>
            <a:ext cx="2133600" cy="135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544FC9D-6490-49A8-1B82-E94B7105B01B}"/>
              </a:ext>
            </a:extLst>
          </p:cNvPr>
          <p:cNvCxnSpPr/>
          <p:nvPr/>
        </p:nvCxnSpPr>
        <p:spPr>
          <a:xfrm flipV="1">
            <a:off x="6193970" y="1690688"/>
            <a:ext cx="2133601" cy="59531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0587F4-CE7F-BE40-B745-4C1135F54A9F}"/>
              </a:ext>
            </a:extLst>
          </p:cNvPr>
          <p:cNvSpPr txBox="1"/>
          <p:nvPr/>
        </p:nvSpPr>
        <p:spPr>
          <a:xfrm>
            <a:off x="8413462" y="1511552"/>
            <a:ext cx="302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Código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1D284A-4BAA-E80F-629F-EEE6137B7FD4}"/>
              </a:ext>
            </a:extLst>
          </p:cNvPr>
          <p:cNvSpPr txBox="1"/>
          <p:nvPr/>
        </p:nvSpPr>
        <p:spPr>
          <a:xfrm>
            <a:off x="8413461" y="2512661"/>
            <a:ext cx="302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Definindo parâmetros de opções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15EE82-7E3C-CEF9-D525-5A448BB4AF83}"/>
              </a:ext>
            </a:extLst>
          </p:cNvPr>
          <p:cNvSpPr txBox="1"/>
          <p:nvPr/>
        </p:nvSpPr>
        <p:spPr>
          <a:xfrm>
            <a:off x="8327571" y="3661156"/>
            <a:ext cx="302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Definindo circuito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07A108C-D378-C79C-4321-E2D3EB3F9A0B}"/>
              </a:ext>
            </a:extLst>
          </p:cNvPr>
          <p:cNvSpPr txBox="1"/>
          <p:nvPr/>
        </p:nvSpPr>
        <p:spPr>
          <a:xfrm>
            <a:off x="8327570" y="4885409"/>
            <a:ext cx="302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Definindo simulação</a:t>
            </a:r>
          </a:p>
        </p:txBody>
      </p:sp>
    </p:spTree>
    <p:extLst>
      <p:ext uri="{BB962C8B-B14F-4D97-AF65-F5344CB8AC3E}">
        <p14:creationId xmlns:p14="http://schemas.microsoft.com/office/powerpoint/2010/main" val="34264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92B3-4943-6AE5-BC2B-78BE337E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35CB4-1B21-5DE8-E08D-5F6EB463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DE27D75-4BD5-9B69-6225-3D2547593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59" y="72067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GSPICE dc simulation error - Electrical Engineering Stack Exchange">
            <a:extLst>
              <a:ext uri="{FF2B5EF4-FFF2-40B4-BE49-F238E27FC236}">
                <a16:creationId xmlns:a16="http://schemas.microsoft.com/office/drawing/2014/main" id="{DA97F337-23C3-6F0A-0641-4F7BC8116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9059"/>
            <a:ext cx="3552750" cy="448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40650F1-D37D-36A8-F10E-226BF0B3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780" y="2057295"/>
            <a:ext cx="6592019" cy="4435580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Estratégias de Simulação: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Ponto de opera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ção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(.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op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)</a:t>
            </a:r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pPr lvl="1"/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Corrente Contínua (.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dc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)</a:t>
            </a:r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Corrente Alternada (.ac);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Transiente (.tran);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Polos e Zeros (.pz);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Distor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ção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de Pequenos Sinais (.disto)</a:t>
            </a:r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Sensibilidade (.sens);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Ru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ído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(.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noise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)</a:t>
            </a:r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Parâmetros S (.sp); </a:t>
            </a:r>
          </a:p>
          <a:p>
            <a:pPr lvl="1"/>
            <a:r>
              <a:rPr lang="pt-PT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Estado Est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ável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Periódico (.</a:t>
            </a:r>
            <a:r>
              <a:rPr lang="pt-BR" sz="20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pss</a:t>
            </a:r>
            <a:r>
              <a:rPr lang="pt-BR" sz="20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).</a:t>
            </a:r>
            <a:endParaRPr lang="pt-PT" sz="20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6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A8A4-8011-4064-5FE4-02242BD4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B39C5-F756-8C1F-5735-2C709145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OP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58A6C64-8EB9-179F-16DF-0F75C9743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581F776-BF15-2B66-0A86-7232C634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295"/>
            <a:ext cx="5752381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Identifica níveis de tensão e corrente em cada nó do circuito.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Essa simulação é usada para aquelas dependentes de estabilidade.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PT" sz="20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5122" name="Picture 2" descr="Ngspice OP DC analysis gotcha with unconnected caps - Simulation (Ngspice)  - KiCad.info Forums">
            <a:extLst>
              <a:ext uri="{FF2B5EF4-FFF2-40B4-BE49-F238E27FC236}">
                <a16:creationId xmlns:a16="http://schemas.microsoft.com/office/drawing/2014/main" id="{D117E325-ABC7-1AAF-360A-2C95D68AE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441" y="2904796"/>
            <a:ext cx="4808956" cy="204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50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A9EC-A7E3-C196-6FB1-92B4BFDD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99F75-DA7E-2C2D-3C5E-1B01043B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DC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5ED0D23-ED6C-9ECC-07C4-C4474988F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DA7C893-4264-98B0-10EF-C5AE29E0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295"/>
            <a:ext cx="5752381" cy="2661354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Lança um sinal em corrente contínua no circuito</a:t>
            </a:r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endParaRPr lang="pt-PT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Comumente usado em eletrônica para tra</a:t>
            </a:r>
            <a:r>
              <a:rPr lang="pt-BR" sz="24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çar</a:t>
            </a:r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as curvas características de </a:t>
            </a:r>
            <a:r>
              <a:rPr lang="pt-BR" sz="24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compoentes</a:t>
            </a:r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e extrair parâmetros.</a:t>
            </a:r>
            <a:endParaRPr lang="pt-PT" sz="20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3074" name="Picture 2" descr="Xschem の使い方 その3：解析・計測・出力｜Akira Tsuchiya">
            <a:extLst>
              <a:ext uri="{FF2B5EF4-FFF2-40B4-BE49-F238E27FC236}">
                <a16:creationId xmlns:a16="http://schemas.microsoft.com/office/drawing/2014/main" id="{886A5D42-AC24-FF43-A640-B8318DD2E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6" y="2172695"/>
            <a:ext cx="4706639" cy="360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41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CB15-E114-E341-195A-9F182B65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0F566-E0F9-0633-509E-C2DC8437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AC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5EEE89D-C61F-8D18-FB5B-A80D1B651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4B97A83-3838-7218-1BF1-AC29E81E9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Avaliar o comportamento do circuito de acordo com a frequência</a:t>
            </a:r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endParaRPr lang="pt-PT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Considera a reat</a:t>
            </a:r>
            <a:r>
              <a:rPr lang="pt-BR" sz="24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ância</a:t>
            </a:r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 dos componentes</a:t>
            </a:r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;</a:t>
            </a:r>
          </a:p>
          <a:p>
            <a:endParaRPr lang="pt-PT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Considera o sistema estável.</a:t>
            </a:r>
          </a:p>
        </p:txBody>
      </p:sp>
      <p:pic>
        <p:nvPicPr>
          <p:cNvPr id="4098" name="Picture 2" descr="ngspice tutorial for beginners">
            <a:extLst>
              <a:ext uri="{FF2B5EF4-FFF2-40B4-BE49-F238E27FC236}">
                <a16:creationId xmlns:a16="http://schemas.microsoft.com/office/drawing/2014/main" id="{B0786B07-B564-9844-0A8F-EF4074B93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149" y="2835670"/>
            <a:ext cx="5637183" cy="262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63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F9DF-E62D-9E55-D360-F8C4C0FD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326AE-E0EF-ACD4-151A-F469170B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TRAN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C79952F-CEDA-E6A2-D1D3-A672FA852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4CA5F6F-F0C7-DAB8-015B-FDE0A0A86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Usado para ver o comportamento do circuito ao longo do tempo.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Captura efeitos de transitórios devido a carregamento de indutores, capacitadores e atuação de chaves.</a:t>
            </a:r>
          </a:p>
        </p:txBody>
      </p:sp>
      <p:pic>
        <p:nvPicPr>
          <p:cNvPr id="6146" name="Picture 2" descr="Ngspice - Transient Analysis of CMOS inverter - VLSI - { freemindscafe }">
            <a:extLst>
              <a:ext uri="{FF2B5EF4-FFF2-40B4-BE49-F238E27FC236}">
                <a16:creationId xmlns:a16="http://schemas.microsoft.com/office/drawing/2014/main" id="{FCEEE9AA-83DA-99C2-9111-47F1AAEED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457" y="2057295"/>
            <a:ext cx="6520543" cy="373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28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2CC5-E59B-33AA-4139-1F1034B6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54F89-BE28-33D6-C5E9-EDA9E101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PZ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0F0CC77-7A6D-54E1-2A27-E58A9C0C2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FABCF75-7E1C-1EF8-6B9D-3D227329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Encontra as raízes do numerador (zeros) e </a:t>
            </a:r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denominador (polos).</a:t>
            </a:r>
          </a:p>
          <a:p>
            <a:endParaRPr lang="pt-PT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Serve para identificar pontos de operação do sistema.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7170" name="Picture 2" descr="Pole-Zero Plots - Iowegian International">
            <a:extLst>
              <a:ext uri="{FF2B5EF4-FFF2-40B4-BE49-F238E27FC236}">
                <a16:creationId xmlns:a16="http://schemas.microsoft.com/office/drawing/2014/main" id="{8C24584F-E25C-C40F-4E50-81F866CCB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946" y="2057295"/>
            <a:ext cx="3806599" cy="380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348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C470-D04B-2E8B-9CE1-B11DF315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0243F-0BED-924D-2034-026096DA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DISTO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C6480C6-0023-0DF0-8DE4-A5D1DB89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D7D51D0-5ED6-4FF2-E6E0-E118F62D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PT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Verifica como o sistema se comporta ao adicionar outras frequ</a:t>
            </a:r>
            <a:r>
              <a:rPr lang="pt-BR" sz="24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ências</a:t>
            </a:r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Importante para manter integridade de sinais.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027A6ABC-37D2-21FA-9946-1EE62B6919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196" name="Picture 4" descr="Installing and using ngspice - an opensource simulator | Page 12 | diyAudio">
            <a:extLst>
              <a:ext uri="{FF2B5EF4-FFF2-40B4-BE49-F238E27FC236}">
                <a16:creationId xmlns:a16="http://schemas.microsoft.com/office/drawing/2014/main" id="{F087F66B-DE64-04A6-8691-C8E4B958B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421" y="1770662"/>
            <a:ext cx="5010150" cy="466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12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65EE-9C53-984B-F128-638EFD98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A0A6-B90B-19D5-7851-AF3D5199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SENSE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E9818C3-40FC-B3AF-B8C8-CDA4044A2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2474907D-FB47-74C8-410C-B0DD192E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Verifica como um determinado parâmetro de saída se comporta quando um outro parâmetro físico do circuito se altera.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Para sensores, quanto mais sensível, melhor.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Para outros circuitos, quanto menos sensível, melhor.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6DD42D38-01D2-7E02-6F13-8ED8F6A82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E026D19-F337-5352-E90C-27A2FCACEDC4}"/>
              </a:ext>
            </a:extLst>
          </p:cNvPr>
          <p:cNvSpPr txBox="1">
            <a:spLocks/>
          </p:cNvSpPr>
          <p:nvPr/>
        </p:nvSpPr>
        <p:spPr>
          <a:xfrm>
            <a:off x="6248400" y="2035176"/>
            <a:ext cx="5257800" cy="409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O gráfico depende de que tipo de análise estará fazendo.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76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43152-90B7-0EAA-4935-6B04E8FE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89798-67E4-F8E7-2530-C7324C0A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NOISE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2F1087F-0E67-EF4A-6D84-1A2D70B11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7161E95-4F00-C8ED-1A90-D2AED6769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Ruído está presente no sistema por conta de efeitos térmicos e sinais vindos de fora do circuito.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Essa simulação injeta uma quantidade de ruído em um ponto do circuito e verifica qual o resultado na saída.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988BEF2E-D78D-1C57-BEBF-8C987F7EAB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0D88F53-46CA-C89C-C160-078CEE83A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750" y="2254570"/>
            <a:ext cx="5017643" cy="36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4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F885-F663-B564-8A43-616EF2DA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8BBD0-C195-96E9-939B-4D69502C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SP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97934DB-AC87-C23C-ADBA-65A39394B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0F35948-B254-81F8-DD73-B05D3F19A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Em alta frequência, as ondas refletem nas interfaces.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Análise de parâmetros S identifica quanto de um sinal em uma entrada é refletido à origem e quanto do mesmo aparece em uma saída.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29A28D60-61EA-CC8E-0E3B-7B5EA2D4C3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242" name="Picture 2" descr="S-parameter measurement simulation">
            <a:extLst>
              <a:ext uri="{FF2B5EF4-FFF2-40B4-BE49-F238E27FC236}">
                <a16:creationId xmlns:a16="http://schemas.microsoft.com/office/drawing/2014/main" id="{CCFAF177-B733-C5D4-D38D-02B4BF81D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" t="7301" r="47411" b="2222"/>
          <a:stretch>
            <a:fillRect/>
          </a:stretch>
        </p:blipFill>
        <p:spPr bwMode="auto">
          <a:xfrm>
            <a:off x="6961415" y="2035176"/>
            <a:ext cx="4452256" cy="443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872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FA4F-54E8-C182-4372-BD630EB2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82332-FE47-2FCB-C158-1F99B49B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- PSS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903AAF6-9901-CEB5-FF08-B0BDB8C77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80" y="709613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9F5963D-4255-3126-CAAF-D1FAF0BAB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Usado em RF.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Focado em análise de grandes sinais.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Identifica a frequência fundamental e harmônicas de circuitos como osciladores.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2CEB75D3-B958-47EE-8ECC-3E08583D18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1266" name="Picture 2" descr="spice - Periodic Steady State analysis for class C amplifier - Electrical  Engineering Stack Exchange">
            <a:extLst>
              <a:ext uri="{FF2B5EF4-FFF2-40B4-BE49-F238E27FC236}">
                <a16:creationId xmlns:a16="http://schemas.microsoft.com/office/drawing/2014/main" id="{00E0D74E-1BC9-A1C7-52BC-5FE981463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38" y="2721427"/>
            <a:ext cx="5520390" cy="302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023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5EDED-5599-5F67-0025-8766CA3E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07B0E-6510-74E7-32E9-A4BEDD58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NGSPICE – MONTE CARLO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36F5FED-06DF-0E44-0BBA-BC6A3EB89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637" y="734445"/>
            <a:ext cx="228600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24EEF708-35CB-2C29-FEF2-49F20DEDA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7295"/>
            <a:ext cx="5257800" cy="4091092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Análise estatística para considerar imperfeições dos circuitos.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Dentro de uma certa simulação, modifica aleatoriamente as dimensões físicas do circuito dada uma certa distribuição.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Resultado é um histograma dos resultados.</a:t>
            </a: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sz="24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3" name="AutoShape 2" descr="Harmonic Distortion Measurement with SPICE - Power Electronics News">
            <a:extLst>
              <a:ext uri="{FF2B5EF4-FFF2-40B4-BE49-F238E27FC236}">
                <a16:creationId xmlns:a16="http://schemas.microsoft.com/office/drawing/2014/main" id="{4F93A37C-3F31-259E-F013-3CF076729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E655A7-9D22-145D-29DB-9EAC24318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0542"/>
            <a:ext cx="580571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57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CDB08-94D7-BD51-01C0-CBA93540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B26F6-49D7-0236-BF6D-EF3A470F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43" y="2259239"/>
            <a:ext cx="6150428" cy="265021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OBRIGADO!</a:t>
            </a: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E MÃOS A OBRA</a:t>
            </a:r>
          </a:p>
        </p:txBody>
      </p:sp>
    </p:spTree>
    <p:extLst>
      <p:ext uri="{BB962C8B-B14F-4D97-AF65-F5344CB8AC3E}">
        <p14:creationId xmlns:p14="http://schemas.microsoft.com/office/powerpoint/2010/main" val="2055148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701</Words>
  <Application>Microsoft Office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EurostileLTW04-BoldExt2</vt:lpstr>
      <vt:lpstr>Franklin Gothic Medium Cond</vt:lpstr>
      <vt:lpstr>Noto Sans Mono</vt:lpstr>
      <vt:lpstr>Open Sans</vt:lpstr>
      <vt:lpstr>Tema do Office</vt:lpstr>
      <vt:lpstr>Grupo de Estudos em Microeletrônica de Radiofrequência</vt:lpstr>
      <vt:lpstr>Simulações no NGSPICE</vt:lpstr>
      <vt:lpstr>Sumário</vt:lpstr>
      <vt:lpstr>Referências</vt:lpstr>
      <vt:lpstr>Introdução</vt:lpstr>
      <vt:lpstr>SPICE</vt:lpstr>
      <vt:lpstr>SPICE</vt:lpstr>
      <vt:lpstr>NGSPICE</vt:lpstr>
      <vt:lpstr>NGSPICE</vt:lpstr>
      <vt:lpstr>NGSPICE</vt:lpstr>
      <vt:lpstr>NGSPICE</vt:lpstr>
      <vt:lpstr>NGSPICE - OP</vt:lpstr>
      <vt:lpstr>NGSPICE - DC</vt:lpstr>
      <vt:lpstr>NGSPICE - AC</vt:lpstr>
      <vt:lpstr>NGSPICE - TRAN</vt:lpstr>
      <vt:lpstr>NGSPICE - PZ</vt:lpstr>
      <vt:lpstr>NGSPICE - DISTO</vt:lpstr>
      <vt:lpstr>NGSPICE - SENSE</vt:lpstr>
      <vt:lpstr>NGSPICE - NOISE</vt:lpstr>
      <vt:lpstr>NGSPICE - SP</vt:lpstr>
      <vt:lpstr>NGSPICE - PSS</vt:lpstr>
      <vt:lpstr>NGSPICE – MONTE CARLO</vt:lpstr>
      <vt:lpstr>OBRIGADO!  E MÃOS A OBRA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Gurgel</dc:creator>
  <cp:lastModifiedBy>Nathan Gurgel</cp:lastModifiedBy>
  <cp:revision>1</cp:revision>
  <dcterms:created xsi:type="dcterms:W3CDTF">2025-08-09T19:39:37Z</dcterms:created>
  <dcterms:modified xsi:type="dcterms:W3CDTF">2025-08-31T14:31:59Z</dcterms:modified>
</cp:coreProperties>
</file>